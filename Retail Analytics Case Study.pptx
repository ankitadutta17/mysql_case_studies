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61" r:id="rId1"/>
  </p:sldMasterIdLst>
  <p:sldIdLst>
    <p:sldId id="256" r:id="rId2"/>
    <p:sldId id="257" r:id="rId3"/>
    <p:sldId id="258" r:id="rId4"/>
    <p:sldId id="259" r:id="rId5"/>
    <p:sldId id="307" r:id="rId6"/>
    <p:sldId id="263" r:id="rId7"/>
    <p:sldId id="260" r:id="rId8"/>
    <p:sldId id="261" r:id="rId9"/>
    <p:sldId id="308" r:id="rId10"/>
    <p:sldId id="262" r:id="rId11"/>
    <p:sldId id="264" r:id="rId12"/>
    <p:sldId id="265" r:id="rId13"/>
    <p:sldId id="309" r:id="rId14"/>
    <p:sldId id="266" r:id="rId15"/>
    <p:sldId id="267" r:id="rId16"/>
    <p:sldId id="268" r:id="rId17"/>
    <p:sldId id="310" r:id="rId18"/>
    <p:sldId id="269" r:id="rId19"/>
    <p:sldId id="270" r:id="rId20"/>
    <p:sldId id="271" r:id="rId21"/>
    <p:sldId id="311" r:id="rId22"/>
    <p:sldId id="272" r:id="rId23"/>
    <p:sldId id="273" r:id="rId24"/>
    <p:sldId id="274" r:id="rId25"/>
    <p:sldId id="312" r:id="rId26"/>
    <p:sldId id="275" r:id="rId27"/>
    <p:sldId id="276" r:id="rId28"/>
    <p:sldId id="277" r:id="rId29"/>
    <p:sldId id="313" r:id="rId30"/>
    <p:sldId id="278" r:id="rId31"/>
    <p:sldId id="279" r:id="rId32"/>
    <p:sldId id="280" r:id="rId33"/>
    <p:sldId id="314" r:id="rId34"/>
    <p:sldId id="281" r:id="rId35"/>
    <p:sldId id="282" r:id="rId36"/>
    <p:sldId id="283" r:id="rId37"/>
    <p:sldId id="315" r:id="rId38"/>
    <p:sldId id="284" r:id="rId39"/>
    <p:sldId id="285" r:id="rId40"/>
    <p:sldId id="286" r:id="rId41"/>
    <p:sldId id="316" r:id="rId42"/>
    <p:sldId id="287" r:id="rId43"/>
    <p:sldId id="288" r:id="rId44"/>
    <p:sldId id="289" r:id="rId45"/>
    <p:sldId id="317" r:id="rId46"/>
    <p:sldId id="290" r:id="rId47"/>
    <p:sldId id="291" r:id="rId48"/>
    <p:sldId id="292" r:id="rId49"/>
    <p:sldId id="318" r:id="rId50"/>
    <p:sldId id="293" r:id="rId51"/>
    <p:sldId id="294" r:id="rId52"/>
    <p:sldId id="295" r:id="rId53"/>
    <p:sldId id="319" r:id="rId54"/>
    <p:sldId id="296" r:id="rId55"/>
    <p:sldId id="297" r:id="rId56"/>
    <p:sldId id="298" r:id="rId57"/>
    <p:sldId id="320" r:id="rId58"/>
    <p:sldId id="299" r:id="rId59"/>
    <p:sldId id="300" r:id="rId60"/>
    <p:sldId id="301" r:id="rId61"/>
    <p:sldId id="321" r:id="rId62"/>
    <p:sldId id="302" r:id="rId63"/>
    <p:sldId id="303" r:id="rId64"/>
    <p:sldId id="304" r:id="rId65"/>
    <p:sldId id="322" r:id="rId66"/>
    <p:sldId id="305" r:id="rId67"/>
    <p:sldId id="306"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4C22"/>
    <a:srgbClr val="828D75"/>
    <a:srgbClr val="418A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660"/>
  </p:normalViewPr>
  <p:slideViewPr>
    <p:cSldViewPr snapToGrid="0">
      <p:cViewPr varScale="1">
        <p:scale>
          <a:sx n="78" d="100"/>
          <a:sy n="78" d="100"/>
        </p:scale>
        <p:origin x="8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a Dutta" userId="4faf27782965e11d" providerId="LiveId" clId="{FBDBE7AF-02E0-48A7-8B04-08EE088EC0D4}"/>
    <pc:docChg chg="undo custSel addSld delSld modSld modMainMaster">
      <pc:chgData name="Ankita Dutta" userId="4faf27782965e11d" providerId="LiveId" clId="{FBDBE7AF-02E0-48A7-8B04-08EE088EC0D4}" dt="2025-12-06T13:42:15.727" v="1500" actId="20577"/>
      <pc:docMkLst>
        <pc:docMk/>
      </pc:docMkLst>
      <pc:sldChg chg="modSp new mod">
        <pc:chgData name="Ankita Dutta" userId="4faf27782965e11d" providerId="LiveId" clId="{FBDBE7AF-02E0-48A7-8B04-08EE088EC0D4}" dt="2025-11-25T19:17:46.606" v="1099"/>
        <pc:sldMkLst>
          <pc:docMk/>
          <pc:sldMk cId="308667893" sldId="256"/>
        </pc:sldMkLst>
        <pc:spChg chg="mod">
          <ac:chgData name="Ankita Dutta" userId="4faf27782965e11d" providerId="LiveId" clId="{FBDBE7AF-02E0-48A7-8B04-08EE088EC0D4}" dt="2025-11-25T19:17:46.606" v="1099"/>
          <ac:spMkLst>
            <pc:docMk/>
            <pc:sldMk cId="308667893" sldId="256"/>
            <ac:spMk id="2" creationId="{6FBE5D9F-7E80-5356-AB00-6D160A5330B4}"/>
          </ac:spMkLst>
        </pc:spChg>
        <pc:spChg chg="mod">
          <ac:chgData name="Ankita Dutta" userId="4faf27782965e11d" providerId="LiveId" clId="{FBDBE7AF-02E0-48A7-8B04-08EE088EC0D4}" dt="2025-11-25T19:17:46.606" v="1099"/>
          <ac:spMkLst>
            <pc:docMk/>
            <pc:sldMk cId="308667893" sldId="256"/>
            <ac:spMk id="3" creationId="{FC9EC8DC-DC46-5DAF-8626-DCE1217D3304}"/>
          </ac:spMkLst>
        </pc:spChg>
      </pc:sldChg>
      <pc:sldChg chg="modSp new mod chgLayout">
        <pc:chgData name="Ankita Dutta" userId="4faf27782965e11d" providerId="LiveId" clId="{FBDBE7AF-02E0-48A7-8B04-08EE088EC0D4}" dt="2025-11-25T19:18:16.728" v="1103" actId="700"/>
        <pc:sldMkLst>
          <pc:docMk/>
          <pc:sldMk cId="2666983794" sldId="257"/>
        </pc:sldMkLst>
        <pc:spChg chg="mod ord">
          <ac:chgData name="Ankita Dutta" userId="4faf27782965e11d" providerId="LiveId" clId="{FBDBE7AF-02E0-48A7-8B04-08EE088EC0D4}" dt="2025-11-25T19:18:16.728" v="1103" actId="700"/>
          <ac:spMkLst>
            <pc:docMk/>
            <pc:sldMk cId="2666983794" sldId="257"/>
            <ac:spMk id="2" creationId="{9BA983CC-D043-0E1E-C2D8-6C3C9C9FCF77}"/>
          </ac:spMkLst>
        </pc:spChg>
        <pc:spChg chg="mod ord">
          <ac:chgData name="Ankita Dutta" userId="4faf27782965e11d" providerId="LiveId" clId="{FBDBE7AF-02E0-48A7-8B04-08EE088EC0D4}" dt="2025-11-25T19:18:16.728" v="1103" actId="700"/>
          <ac:spMkLst>
            <pc:docMk/>
            <pc:sldMk cId="2666983794" sldId="257"/>
            <ac:spMk id="3" creationId="{A3C98EE6-C5A8-F9D1-CB23-23088F6A9A4A}"/>
          </ac:spMkLst>
        </pc:spChg>
      </pc:sldChg>
      <pc:sldChg chg="modSp new mod">
        <pc:chgData name="Ankita Dutta" userId="4faf27782965e11d" providerId="LiveId" clId="{FBDBE7AF-02E0-48A7-8B04-08EE088EC0D4}" dt="2025-11-25T19:17:46.606" v="1099"/>
        <pc:sldMkLst>
          <pc:docMk/>
          <pc:sldMk cId="1820179876" sldId="258"/>
        </pc:sldMkLst>
        <pc:spChg chg="mod">
          <ac:chgData name="Ankita Dutta" userId="4faf27782965e11d" providerId="LiveId" clId="{FBDBE7AF-02E0-48A7-8B04-08EE088EC0D4}" dt="2025-11-25T19:17:46.606" v="1099"/>
          <ac:spMkLst>
            <pc:docMk/>
            <pc:sldMk cId="1820179876" sldId="258"/>
            <ac:spMk id="2" creationId="{FD4AA78D-419D-BAC6-70E1-82320100D309}"/>
          </ac:spMkLst>
        </pc:spChg>
        <pc:spChg chg="mod">
          <ac:chgData name="Ankita Dutta" userId="4faf27782965e11d" providerId="LiveId" clId="{FBDBE7AF-02E0-48A7-8B04-08EE088EC0D4}" dt="2025-11-25T19:17:46.606" v="1099"/>
          <ac:spMkLst>
            <pc:docMk/>
            <pc:sldMk cId="1820179876" sldId="258"/>
            <ac:spMk id="3" creationId="{EE3B2CD9-9B33-6260-9324-879B97E123AD}"/>
          </ac:spMkLst>
        </pc:spChg>
      </pc:sldChg>
      <pc:sldChg chg="new del">
        <pc:chgData name="Ankita Dutta" userId="4faf27782965e11d" providerId="LiveId" clId="{FBDBE7AF-02E0-48A7-8B04-08EE088EC0D4}" dt="2025-11-24T18:27:55.805" v="113" actId="2696"/>
        <pc:sldMkLst>
          <pc:docMk/>
          <pc:sldMk cId="2291721252" sldId="258"/>
        </pc:sldMkLst>
      </pc:sldChg>
      <pc:sldChg chg="new del">
        <pc:chgData name="Ankita Dutta" userId="4faf27782965e11d" providerId="LiveId" clId="{FBDBE7AF-02E0-48A7-8B04-08EE088EC0D4}" dt="2025-11-24T18:34:09.543" v="164" actId="680"/>
        <pc:sldMkLst>
          <pc:docMk/>
          <pc:sldMk cId="1993778647" sldId="259"/>
        </pc:sldMkLst>
      </pc:sldChg>
      <pc:sldChg chg="addSp delSp modSp new mod setBg modClrScheme chgLayout">
        <pc:chgData name="Ankita Dutta" userId="4faf27782965e11d" providerId="LiveId" clId="{FBDBE7AF-02E0-48A7-8B04-08EE088EC0D4}" dt="2025-11-25T19:25:29.152" v="1146" actId="1076"/>
        <pc:sldMkLst>
          <pc:docMk/>
          <pc:sldMk cId="3043228928" sldId="259"/>
        </pc:sldMkLst>
        <pc:spChg chg="mod ord">
          <ac:chgData name="Ankita Dutta" userId="4faf27782965e11d" providerId="LiveId" clId="{FBDBE7AF-02E0-48A7-8B04-08EE088EC0D4}" dt="2025-11-25T19:17:46.606" v="1099"/>
          <ac:spMkLst>
            <pc:docMk/>
            <pc:sldMk cId="3043228928" sldId="259"/>
            <ac:spMk id="2" creationId="{B70351F6-91FA-E0DA-A81D-D8A6BC8C85F6}"/>
          </ac:spMkLst>
        </pc:spChg>
        <pc:picChg chg="add mod ord">
          <ac:chgData name="Ankita Dutta" userId="4faf27782965e11d" providerId="LiveId" clId="{FBDBE7AF-02E0-48A7-8B04-08EE088EC0D4}" dt="2025-11-25T19:25:29.152" v="1146" actId="1076"/>
          <ac:picMkLst>
            <pc:docMk/>
            <pc:sldMk cId="3043228928" sldId="259"/>
            <ac:picMk id="12" creationId="{866D4522-968F-521A-EA3E-70BF9EA01A69}"/>
          </ac:picMkLst>
        </pc:picChg>
      </pc:sldChg>
      <pc:sldChg chg="modSp add mod">
        <pc:chgData name="Ankita Dutta" userId="4faf27782965e11d" providerId="LiveId" clId="{FBDBE7AF-02E0-48A7-8B04-08EE088EC0D4}" dt="2025-11-25T19:17:46.606" v="1099"/>
        <pc:sldMkLst>
          <pc:docMk/>
          <pc:sldMk cId="4128020149" sldId="260"/>
        </pc:sldMkLst>
        <pc:spChg chg="mod">
          <ac:chgData name="Ankita Dutta" userId="4faf27782965e11d" providerId="LiveId" clId="{FBDBE7AF-02E0-48A7-8B04-08EE088EC0D4}" dt="2025-11-25T19:17:46.606" v="1099"/>
          <ac:spMkLst>
            <pc:docMk/>
            <pc:sldMk cId="4128020149" sldId="260"/>
            <ac:spMk id="2" creationId="{4B379BD5-090B-0058-3BAE-06DF71E3DD2C}"/>
          </ac:spMkLst>
        </pc:spChg>
        <pc:spChg chg="mod">
          <ac:chgData name="Ankita Dutta" userId="4faf27782965e11d" providerId="LiveId" clId="{FBDBE7AF-02E0-48A7-8B04-08EE088EC0D4}" dt="2025-11-25T19:17:46.606" v="1099"/>
          <ac:spMkLst>
            <pc:docMk/>
            <pc:sldMk cId="4128020149" sldId="260"/>
            <ac:spMk id="3" creationId="{9BA83633-51B0-BBA7-6D5C-36E47C1F90C6}"/>
          </ac:spMkLst>
        </pc:spChg>
      </pc:sldChg>
      <pc:sldChg chg="addSp delSp modSp add mod modClrScheme chgLayout">
        <pc:chgData name="Ankita Dutta" userId="4faf27782965e11d" providerId="LiveId" clId="{FBDBE7AF-02E0-48A7-8B04-08EE088EC0D4}" dt="2025-11-25T19:25:21.295" v="1145" actId="1076"/>
        <pc:sldMkLst>
          <pc:docMk/>
          <pc:sldMk cId="2928860564" sldId="261"/>
        </pc:sldMkLst>
        <pc:spChg chg="mod ord">
          <ac:chgData name="Ankita Dutta" userId="4faf27782965e11d" providerId="LiveId" clId="{FBDBE7AF-02E0-48A7-8B04-08EE088EC0D4}" dt="2025-11-25T19:17:46.606" v="1099"/>
          <ac:spMkLst>
            <pc:docMk/>
            <pc:sldMk cId="2928860564" sldId="261"/>
            <ac:spMk id="2" creationId="{E69EAC65-446B-6D3E-8152-DA616C65CC3D}"/>
          </ac:spMkLst>
        </pc:spChg>
        <pc:picChg chg="add mod ord modCrop">
          <ac:chgData name="Ankita Dutta" userId="4faf27782965e11d" providerId="LiveId" clId="{FBDBE7AF-02E0-48A7-8B04-08EE088EC0D4}" dt="2025-11-25T19:25:21.295" v="1145" actId="1076"/>
          <ac:picMkLst>
            <pc:docMk/>
            <pc:sldMk cId="2928860564" sldId="261"/>
            <ac:picMk id="7" creationId="{E8D7CD2B-096C-5FD0-5ABF-1A4771A1AB33}"/>
          </ac:picMkLst>
        </pc:picChg>
      </pc:sldChg>
      <pc:sldChg chg="addSp delSp modSp add mod modClrScheme chgLayout">
        <pc:chgData name="Ankita Dutta" userId="4faf27782965e11d" providerId="LiveId" clId="{FBDBE7AF-02E0-48A7-8B04-08EE088EC0D4}" dt="2025-11-26T18:22:54.121" v="1265"/>
        <pc:sldMkLst>
          <pc:docMk/>
          <pc:sldMk cId="546414130" sldId="262"/>
        </pc:sldMkLst>
        <pc:spChg chg="mod ord">
          <ac:chgData name="Ankita Dutta" userId="4faf27782965e11d" providerId="LiveId" clId="{FBDBE7AF-02E0-48A7-8B04-08EE088EC0D4}" dt="2025-11-25T19:17:46.606" v="1099"/>
          <ac:spMkLst>
            <pc:docMk/>
            <pc:sldMk cId="546414130" sldId="262"/>
            <ac:spMk id="2" creationId="{EC2F3D12-016C-069F-D4EA-377F5F1B0C23}"/>
          </ac:spMkLst>
        </pc:spChg>
        <pc:spChg chg="add mod ord">
          <ac:chgData name="Ankita Dutta" userId="4faf27782965e11d" providerId="LiveId" clId="{FBDBE7AF-02E0-48A7-8B04-08EE088EC0D4}" dt="2025-11-26T18:22:54.121" v="1265"/>
          <ac:spMkLst>
            <pc:docMk/>
            <pc:sldMk cId="546414130" sldId="262"/>
            <ac:spMk id="5" creationId="{B288CBC5-9016-9E7A-689A-6449C7944146}"/>
          </ac:spMkLst>
        </pc:spChg>
      </pc:sldChg>
      <pc:sldChg chg="addSp delSp modSp add mod modClrScheme chgLayout">
        <pc:chgData name="Ankita Dutta" userId="4faf27782965e11d" providerId="LiveId" clId="{FBDBE7AF-02E0-48A7-8B04-08EE088EC0D4}" dt="2025-11-26T18:23:49.641" v="1266"/>
        <pc:sldMkLst>
          <pc:docMk/>
          <pc:sldMk cId="3481659342" sldId="263"/>
        </pc:sldMkLst>
        <pc:spChg chg="mod ord">
          <ac:chgData name="Ankita Dutta" userId="4faf27782965e11d" providerId="LiveId" clId="{FBDBE7AF-02E0-48A7-8B04-08EE088EC0D4}" dt="2025-11-25T19:17:46.606" v="1099"/>
          <ac:spMkLst>
            <pc:docMk/>
            <pc:sldMk cId="3481659342" sldId="263"/>
            <ac:spMk id="2" creationId="{31C9D493-E9DF-B7F8-AE4E-A71FB45B5C26}"/>
          </ac:spMkLst>
        </pc:spChg>
        <pc:spChg chg="add mod ord">
          <ac:chgData name="Ankita Dutta" userId="4faf27782965e11d" providerId="LiveId" clId="{FBDBE7AF-02E0-48A7-8B04-08EE088EC0D4}" dt="2025-11-26T18:23:49.641" v="1266"/>
          <ac:spMkLst>
            <pc:docMk/>
            <pc:sldMk cId="3481659342" sldId="263"/>
            <ac:spMk id="5" creationId="{14E3F81C-0B84-9983-2442-F00463E97765}"/>
          </ac:spMkLst>
        </pc:spChg>
      </pc:sldChg>
      <pc:sldChg chg="modSp add mod">
        <pc:chgData name="Ankita Dutta" userId="4faf27782965e11d" providerId="LiveId" clId="{FBDBE7AF-02E0-48A7-8B04-08EE088EC0D4}" dt="2025-11-27T19:14:34.449" v="1282" actId="20577"/>
        <pc:sldMkLst>
          <pc:docMk/>
          <pc:sldMk cId="170514061" sldId="264"/>
        </pc:sldMkLst>
        <pc:spChg chg="mod">
          <ac:chgData name="Ankita Dutta" userId="4faf27782965e11d" providerId="LiveId" clId="{FBDBE7AF-02E0-48A7-8B04-08EE088EC0D4}" dt="2025-11-25T19:27:34.273" v="1170" actId="16037"/>
          <ac:spMkLst>
            <pc:docMk/>
            <pc:sldMk cId="170514061" sldId="264"/>
            <ac:spMk id="2" creationId="{99805288-F997-3724-1E38-4A005C91283A}"/>
          </ac:spMkLst>
        </pc:spChg>
        <pc:spChg chg="mod">
          <ac:chgData name="Ankita Dutta" userId="4faf27782965e11d" providerId="LiveId" clId="{FBDBE7AF-02E0-48A7-8B04-08EE088EC0D4}" dt="2025-11-27T19:14:34.449" v="1282" actId="20577"/>
          <ac:spMkLst>
            <pc:docMk/>
            <pc:sldMk cId="170514061" sldId="264"/>
            <ac:spMk id="3" creationId="{A4D862C3-8746-87E3-C5F1-61F689D8CB81}"/>
          </ac:spMkLst>
        </pc:spChg>
      </pc:sldChg>
      <pc:sldChg chg="addSp delSp modSp add mod modClrScheme chgLayout">
        <pc:chgData name="Ankita Dutta" userId="4faf27782965e11d" providerId="LiveId" clId="{FBDBE7AF-02E0-48A7-8B04-08EE088EC0D4}" dt="2025-11-25T19:39:32.641" v="1194" actId="1440"/>
        <pc:sldMkLst>
          <pc:docMk/>
          <pc:sldMk cId="3785046313" sldId="265"/>
        </pc:sldMkLst>
        <pc:spChg chg="mod ord">
          <ac:chgData name="Ankita Dutta" userId="4faf27782965e11d" providerId="LiveId" clId="{FBDBE7AF-02E0-48A7-8B04-08EE088EC0D4}" dt="2025-11-25T19:37:40.981" v="1172" actId="700"/>
          <ac:spMkLst>
            <pc:docMk/>
            <pc:sldMk cId="3785046313" sldId="265"/>
            <ac:spMk id="2" creationId="{2774A45F-405D-5EAF-C35C-343379721482}"/>
          </ac:spMkLst>
        </pc:spChg>
        <pc:picChg chg="add mod ord">
          <ac:chgData name="Ankita Dutta" userId="4faf27782965e11d" providerId="LiveId" clId="{FBDBE7AF-02E0-48A7-8B04-08EE088EC0D4}" dt="2025-11-25T19:39:32.641" v="1194" actId="1440"/>
          <ac:picMkLst>
            <pc:docMk/>
            <pc:sldMk cId="3785046313" sldId="265"/>
            <ac:picMk id="9" creationId="{1F2F2349-7FFA-8766-60EA-6BCA0C3B2A8A}"/>
          </ac:picMkLst>
        </pc:picChg>
      </pc:sldChg>
      <pc:sldChg chg="modSp add mod">
        <pc:chgData name="Ankita Dutta" userId="4faf27782965e11d" providerId="LiveId" clId="{FBDBE7AF-02E0-48A7-8B04-08EE088EC0D4}" dt="2025-11-27T19:16:37.439" v="1285" actId="404"/>
        <pc:sldMkLst>
          <pc:docMk/>
          <pc:sldMk cId="1376304578" sldId="266"/>
        </pc:sldMkLst>
        <pc:spChg chg="mod">
          <ac:chgData name="Ankita Dutta" userId="4faf27782965e11d" providerId="LiveId" clId="{FBDBE7AF-02E0-48A7-8B04-08EE088EC0D4}" dt="2025-11-25T19:17:46.606" v="1099"/>
          <ac:spMkLst>
            <pc:docMk/>
            <pc:sldMk cId="1376304578" sldId="266"/>
            <ac:spMk id="2" creationId="{EA9AE386-5B0C-5F0E-BCAA-20488E1147D1}"/>
          </ac:spMkLst>
        </pc:spChg>
        <pc:spChg chg="mod">
          <ac:chgData name="Ankita Dutta" userId="4faf27782965e11d" providerId="LiveId" clId="{FBDBE7AF-02E0-48A7-8B04-08EE088EC0D4}" dt="2025-11-27T19:16:37.439" v="1285" actId="404"/>
          <ac:spMkLst>
            <pc:docMk/>
            <pc:sldMk cId="1376304578" sldId="266"/>
            <ac:spMk id="5" creationId="{31610807-AA53-8C89-0642-589E78E22DE4}"/>
          </ac:spMkLst>
        </pc:spChg>
      </pc:sldChg>
      <pc:sldChg chg="modSp add mod">
        <pc:chgData name="Ankita Dutta" userId="4faf27782965e11d" providerId="LiveId" clId="{FBDBE7AF-02E0-48A7-8B04-08EE088EC0D4}" dt="2025-11-25T19:17:46.606" v="1099"/>
        <pc:sldMkLst>
          <pc:docMk/>
          <pc:sldMk cId="2899680146" sldId="267"/>
        </pc:sldMkLst>
        <pc:spChg chg="mod">
          <ac:chgData name="Ankita Dutta" userId="4faf27782965e11d" providerId="LiveId" clId="{FBDBE7AF-02E0-48A7-8B04-08EE088EC0D4}" dt="2025-11-25T19:17:46.606" v="1099"/>
          <ac:spMkLst>
            <pc:docMk/>
            <pc:sldMk cId="2899680146" sldId="267"/>
            <ac:spMk id="2" creationId="{CC31C200-3F99-36FA-A78A-60D7F31B88B4}"/>
          </ac:spMkLst>
        </pc:spChg>
        <pc:spChg chg="mod">
          <ac:chgData name="Ankita Dutta" userId="4faf27782965e11d" providerId="LiveId" clId="{FBDBE7AF-02E0-48A7-8B04-08EE088EC0D4}" dt="2025-11-25T19:17:46.606" v="1099"/>
          <ac:spMkLst>
            <pc:docMk/>
            <pc:sldMk cId="2899680146" sldId="267"/>
            <ac:spMk id="3" creationId="{C7829EED-3961-3494-E62F-EDA983257729}"/>
          </ac:spMkLst>
        </pc:spChg>
      </pc:sldChg>
      <pc:sldChg chg="addSp delSp modSp add mod modClrScheme chgLayout">
        <pc:chgData name="Ankita Dutta" userId="4faf27782965e11d" providerId="LiveId" clId="{FBDBE7AF-02E0-48A7-8B04-08EE088EC0D4}" dt="2025-11-25T19:54:41.132" v="1231" actId="1440"/>
        <pc:sldMkLst>
          <pc:docMk/>
          <pc:sldMk cId="1520908053" sldId="268"/>
        </pc:sldMkLst>
        <pc:spChg chg="mod ord">
          <ac:chgData name="Ankita Dutta" userId="4faf27782965e11d" providerId="LiveId" clId="{FBDBE7AF-02E0-48A7-8B04-08EE088EC0D4}" dt="2025-11-25T19:52:32.103" v="1225" actId="700"/>
          <ac:spMkLst>
            <pc:docMk/>
            <pc:sldMk cId="1520908053" sldId="268"/>
            <ac:spMk id="2" creationId="{A30F21CA-BAF6-1483-5B40-09126F683EBF}"/>
          </ac:spMkLst>
        </pc:spChg>
        <pc:picChg chg="add mod ord">
          <ac:chgData name="Ankita Dutta" userId="4faf27782965e11d" providerId="LiveId" clId="{FBDBE7AF-02E0-48A7-8B04-08EE088EC0D4}" dt="2025-11-25T19:54:41.132" v="1231" actId="1440"/>
          <ac:picMkLst>
            <pc:docMk/>
            <pc:sldMk cId="1520908053" sldId="268"/>
            <ac:picMk id="11" creationId="{1EA4B613-83A3-46F7-D2CD-E30B5954BA95}"/>
          </ac:picMkLst>
        </pc:picChg>
      </pc:sldChg>
      <pc:sldChg chg="modSp add mod">
        <pc:chgData name="Ankita Dutta" userId="4faf27782965e11d" providerId="LiveId" clId="{FBDBE7AF-02E0-48A7-8B04-08EE088EC0D4}" dt="2025-11-27T19:19:59.052" v="1288" actId="404"/>
        <pc:sldMkLst>
          <pc:docMk/>
          <pc:sldMk cId="4170999531" sldId="269"/>
        </pc:sldMkLst>
        <pc:spChg chg="mod">
          <ac:chgData name="Ankita Dutta" userId="4faf27782965e11d" providerId="LiveId" clId="{FBDBE7AF-02E0-48A7-8B04-08EE088EC0D4}" dt="2025-11-25T19:17:46.606" v="1099"/>
          <ac:spMkLst>
            <pc:docMk/>
            <pc:sldMk cId="4170999531" sldId="269"/>
            <ac:spMk id="2" creationId="{44F8910A-B7C7-D3ED-7701-B5BB6C40B97F}"/>
          </ac:spMkLst>
        </pc:spChg>
        <pc:spChg chg="mod">
          <ac:chgData name="Ankita Dutta" userId="4faf27782965e11d" providerId="LiveId" clId="{FBDBE7AF-02E0-48A7-8B04-08EE088EC0D4}" dt="2025-11-27T19:19:59.052" v="1288" actId="404"/>
          <ac:spMkLst>
            <pc:docMk/>
            <pc:sldMk cId="4170999531" sldId="269"/>
            <ac:spMk id="5" creationId="{7A3EBE03-D83C-094C-0E91-607213D45189}"/>
          </ac:spMkLst>
        </pc:spChg>
      </pc:sldChg>
      <pc:sldChg chg="modSp add mod">
        <pc:chgData name="Ankita Dutta" userId="4faf27782965e11d" providerId="LiveId" clId="{FBDBE7AF-02E0-48A7-8B04-08EE088EC0D4}" dt="2025-11-25T19:17:46.606" v="1099"/>
        <pc:sldMkLst>
          <pc:docMk/>
          <pc:sldMk cId="247897467" sldId="270"/>
        </pc:sldMkLst>
        <pc:spChg chg="mod">
          <ac:chgData name="Ankita Dutta" userId="4faf27782965e11d" providerId="LiveId" clId="{FBDBE7AF-02E0-48A7-8B04-08EE088EC0D4}" dt="2025-11-25T19:17:46.606" v="1099"/>
          <ac:spMkLst>
            <pc:docMk/>
            <pc:sldMk cId="247897467" sldId="270"/>
            <ac:spMk id="2" creationId="{D6FA9632-92EA-7894-107D-C1637A81DB9C}"/>
          </ac:spMkLst>
        </pc:spChg>
        <pc:spChg chg="mod">
          <ac:chgData name="Ankita Dutta" userId="4faf27782965e11d" providerId="LiveId" clId="{FBDBE7AF-02E0-48A7-8B04-08EE088EC0D4}" dt="2025-11-25T19:17:46.606" v="1099"/>
          <ac:spMkLst>
            <pc:docMk/>
            <pc:sldMk cId="247897467" sldId="270"/>
            <ac:spMk id="3" creationId="{C692B0AC-ACFF-718C-DE01-CBEADFAF3353}"/>
          </ac:spMkLst>
        </pc:spChg>
      </pc:sldChg>
      <pc:sldChg chg="addSp delSp modSp add mod modClrScheme chgLayout">
        <pc:chgData name="Ankita Dutta" userId="4faf27782965e11d" providerId="LiveId" clId="{FBDBE7AF-02E0-48A7-8B04-08EE088EC0D4}" dt="2025-11-25T20:03:45.339" v="1240" actId="1440"/>
        <pc:sldMkLst>
          <pc:docMk/>
          <pc:sldMk cId="3531193150" sldId="271"/>
        </pc:sldMkLst>
        <pc:spChg chg="mod ord">
          <ac:chgData name="Ankita Dutta" userId="4faf27782965e11d" providerId="LiveId" clId="{FBDBE7AF-02E0-48A7-8B04-08EE088EC0D4}" dt="2025-11-25T20:03:07.617" v="1234" actId="700"/>
          <ac:spMkLst>
            <pc:docMk/>
            <pc:sldMk cId="3531193150" sldId="271"/>
            <ac:spMk id="2" creationId="{9AB68B22-FDAE-7036-745F-587DD42C2FE1}"/>
          </ac:spMkLst>
        </pc:spChg>
        <pc:picChg chg="add mod ord">
          <ac:chgData name="Ankita Dutta" userId="4faf27782965e11d" providerId="LiveId" clId="{FBDBE7AF-02E0-48A7-8B04-08EE088EC0D4}" dt="2025-11-25T20:03:45.339" v="1240" actId="1440"/>
          <ac:picMkLst>
            <pc:docMk/>
            <pc:sldMk cId="3531193150" sldId="271"/>
            <ac:picMk id="7" creationId="{F0E53672-E3E0-C7FA-F9C9-919CE2FD85CA}"/>
          </ac:picMkLst>
        </pc:picChg>
      </pc:sldChg>
      <pc:sldChg chg="modSp add mod">
        <pc:chgData name="Ankita Dutta" userId="4faf27782965e11d" providerId="LiveId" clId="{FBDBE7AF-02E0-48A7-8B04-08EE088EC0D4}" dt="2025-11-27T19:46:59.997" v="1291" actId="404"/>
        <pc:sldMkLst>
          <pc:docMk/>
          <pc:sldMk cId="1371415670" sldId="272"/>
        </pc:sldMkLst>
        <pc:spChg chg="mod">
          <ac:chgData name="Ankita Dutta" userId="4faf27782965e11d" providerId="LiveId" clId="{FBDBE7AF-02E0-48A7-8B04-08EE088EC0D4}" dt="2025-11-25T19:17:46.606" v="1099"/>
          <ac:spMkLst>
            <pc:docMk/>
            <pc:sldMk cId="1371415670" sldId="272"/>
            <ac:spMk id="2" creationId="{F804754C-5AFC-6C46-46A7-1FD10AA16C45}"/>
          </ac:spMkLst>
        </pc:spChg>
        <pc:spChg chg="mod">
          <ac:chgData name="Ankita Dutta" userId="4faf27782965e11d" providerId="LiveId" clId="{FBDBE7AF-02E0-48A7-8B04-08EE088EC0D4}" dt="2025-11-27T19:46:59.997" v="1291" actId="404"/>
          <ac:spMkLst>
            <pc:docMk/>
            <pc:sldMk cId="1371415670" sldId="272"/>
            <ac:spMk id="5" creationId="{E810C337-1EB8-495C-D263-DE0E41432AF5}"/>
          </ac:spMkLst>
        </pc:spChg>
      </pc:sldChg>
      <pc:sldChg chg="modSp add mod">
        <pc:chgData name="Ankita Dutta" userId="4faf27782965e11d" providerId="LiveId" clId="{FBDBE7AF-02E0-48A7-8B04-08EE088EC0D4}" dt="2025-11-25T19:17:46.606" v="1099"/>
        <pc:sldMkLst>
          <pc:docMk/>
          <pc:sldMk cId="4286172354" sldId="273"/>
        </pc:sldMkLst>
        <pc:spChg chg="mod">
          <ac:chgData name="Ankita Dutta" userId="4faf27782965e11d" providerId="LiveId" clId="{FBDBE7AF-02E0-48A7-8B04-08EE088EC0D4}" dt="2025-11-25T19:17:46.606" v="1099"/>
          <ac:spMkLst>
            <pc:docMk/>
            <pc:sldMk cId="4286172354" sldId="273"/>
            <ac:spMk id="2" creationId="{6032C733-C11E-5584-54B2-C2D9DB6F3479}"/>
          </ac:spMkLst>
        </pc:spChg>
        <pc:spChg chg="mod">
          <ac:chgData name="Ankita Dutta" userId="4faf27782965e11d" providerId="LiveId" clId="{FBDBE7AF-02E0-48A7-8B04-08EE088EC0D4}" dt="2025-11-25T19:17:46.606" v="1099"/>
          <ac:spMkLst>
            <pc:docMk/>
            <pc:sldMk cId="4286172354" sldId="273"/>
            <ac:spMk id="3" creationId="{0E10DABB-80A4-4819-323C-3A764975A589}"/>
          </ac:spMkLst>
        </pc:spChg>
      </pc:sldChg>
      <pc:sldChg chg="addSp delSp modSp add mod modClrScheme chgLayout">
        <pc:chgData name="Ankita Dutta" userId="4faf27782965e11d" providerId="LiveId" clId="{FBDBE7AF-02E0-48A7-8B04-08EE088EC0D4}" dt="2025-11-27T19:50:16.599" v="1301" actId="1076"/>
        <pc:sldMkLst>
          <pc:docMk/>
          <pc:sldMk cId="2787951953" sldId="274"/>
        </pc:sldMkLst>
        <pc:spChg chg="mod ord">
          <ac:chgData name="Ankita Dutta" userId="4faf27782965e11d" providerId="LiveId" clId="{FBDBE7AF-02E0-48A7-8B04-08EE088EC0D4}" dt="2025-11-27T19:49:40.979" v="1292" actId="700"/>
          <ac:spMkLst>
            <pc:docMk/>
            <pc:sldMk cId="2787951953" sldId="274"/>
            <ac:spMk id="2" creationId="{E67E2012-66A2-DD81-795A-F0B92F2983EF}"/>
          </ac:spMkLst>
        </pc:spChg>
        <pc:picChg chg="add mod ord">
          <ac:chgData name="Ankita Dutta" userId="4faf27782965e11d" providerId="LiveId" clId="{FBDBE7AF-02E0-48A7-8B04-08EE088EC0D4}" dt="2025-11-27T19:50:16.599" v="1301" actId="1076"/>
          <ac:picMkLst>
            <pc:docMk/>
            <pc:sldMk cId="2787951953" sldId="274"/>
            <ac:picMk id="11" creationId="{C0A6F484-AA75-E036-AAD3-BBF654F77AFE}"/>
          </ac:picMkLst>
        </pc:picChg>
      </pc:sldChg>
      <pc:sldChg chg="modSp add mod">
        <pc:chgData name="Ankita Dutta" userId="4faf27782965e11d" providerId="LiveId" clId="{FBDBE7AF-02E0-48A7-8B04-08EE088EC0D4}" dt="2025-11-27T19:51:48.677" v="1306" actId="404"/>
        <pc:sldMkLst>
          <pc:docMk/>
          <pc:sldMk cId="3381270720" sldId="275"/>
        </pc:sldMkLst>
        <pc:spChg chg="mod">
          <ac:chgData name="Ankita Dutta" userId="4faf27782965e11d" providerId="LiveId" clId="{FBDBE7AF-02E0-48A7-8B04-08EE088EC0D4}" dt="2025-11-25T19:17:46.606" v="1099"/>
          <ac:spMkLst>
            <pc:docMk/>
            <pc:sldMk cId="3381270720" sldId="275"/>
            <ac:spMk id="2" creationId="{5F7ED249-4BA9-8A6F-DE7B-9F114F3BAF3A}"/>
          </ac:spMkLst>
        </pc:spChg>
        <pc:spChg chg="mod">
          <ac:chgData name="Ankita Dutta" userId="4faf27782965e11d" providerId="LiveId" clId="{FBDBE7AF-02E0-48A7-8B04-08EE088EC0D4}" dt="2025-11-27T19:51:48.677" v="1306" actId="404"/>
          <ac:spMkLst>
            <pc:docMk/>
            <pc:sldMk cId="3381270720" sldId="275"/>
            <ac:spMk id="5" creationId="{A794BD2F-A8AF-6FB7-A217-219FE3A693F6}"/>
          </ac:spMkLst>
        </pc:spChg>
      </pc:sldChg>
      <pc:sldChg chg="modSp add mod">
        <pc:chgData name="Ankita Dutta" userId="4faf27782965e11d" providerId="LiveId" clId="{FBDBE7AF-02E0-48A7-8B04-08EE088EC0D4}" dt="2025-11-27T19:52:11.089" v="1307" actId="20577"/>
        <pc:sldMkLst>
          <pc:docMk/>
          <pc:sldMk cId="2088914218" sldId="276"/>
        </pc:sldMkLst>
        <pc:spChg chg="mod">
          <ac:chgData name="Ankita Dutta" userId="4faf27782965e11d" providerId="LiveId" clId="{FBDBE7AF-02E0-48A7-8B04-08EE088EC0D4}" dt="2025-11-25T19:17:46.606" v="1099"/>
          <ac:spMkLst>
            <pc:docMk/>
            <pc:sldMk cId="2088914218" sldId="276"/>
            <ac:spMk id="2" creationId="{21FB485A-CB62-45CD-34B3-674CF2535905}"/>
          </ac:spMkLst>
        </pc:spChg>
        <pc:spChg chg="mod">
          <ac:chgData name="Ankita Dutta" userId="4faf27782965e11d" providerId="LiveId" clId="{FBDBE7AF-02E0-48A7-8B04-08EE088EC0D4}" dt="2025-11-27T19:52:11.089" v="1307" actId="20577"/>
          <ac:spMkLst>
            <pc:docMk/>
            <pc:sldMk cId="2088914218" sldId="276"/>
            <ac:spMk id="3" creationId="{091B59FA-5874-805A-B5EB-A1099C206125}"/>
          </ac:spMkLst>
        </pc:spChg>
      </pc:sldChg>
      <pc:sldChg chg="addSp delSp modSp add mod modClrScheme chgLayout">
        <pc:chgData name="Ankita Dutta" userId="4faf27782965e11d" providerId="LiveId" clId="{FBDBE7AF-02E0-48A7-8B04-08EE088EC0D4}" dt="2025-11-27T19:54:47.781" v="1310" actId="1440"/>
        <pc:sldMkLst>
          <pc:docMk/>
          <pc:sldMk cId="3358839140" sldId="277"/>
        </pc:sldMkLst>
        <pc:spChg chg="mod ord">
          <ac:chgData name="Ankita Dutta" userId="4faf27782965e11d" providerId="LiveId" clId="{FBDBE7AF-02E0-48A7-8B04-08EE088EC0D4}" dt="2025-11-27T19:54:44.371" v="1308" actId="700"/>
          <ac:spMkLst>
            <pc:docMk/>
            <pc:sldMk cId="3358839140" sldId="277"/>
            <ac:spMk id="2" creationId="{EA274262-B808-0DAB-F616-BCE0F1EDCD16}"/>
          </ac:spMkLst>
        </pc:spChg>
        <pc:picChg chg="add mod ord">
          <ac:chgData name="Ankita Dutta" userId="4faf27782965e11d" providerId="LiveId" clId="{FBDBE7AF-02E0-48A7-8B04-08EE088EC0D4}" dt="2025-11-27T19:54:47.781" v="1310" actId="1440"/>
          <ac:picMkLst>
            <pc:docMk/>
            <pc:sldMk cId="3358839140" sldId="277"/>
            <ac:picMk id="7" creationId="{BC43C951-419A-BD2C-0D2A-86EEA3AC5478}"/>
          </ac:picMkLst>
        </pc:picChg>
      </pc:sldChg>
      <pc:sldChg chg="modSp add mod">
        <pc:chgData name="Ankita Dutta" userId="4faf27782965e11d" providerId="LiveId" clId="{FBDBE7AF-02E0-48A7-8B04-08EE088EC0D4}" dt="2025-11-27T19:57:00.554" v="1318" actId="404"/>
        <pc:sldMkLst>
          <pc:docMk/>
          <pc:sldMk cId="2612783638" sldId="278"/>
        </pc:sldMkLst>
        <pc:spChg chg="mod">
          <ac:chgData name="Ankita Dutta" userId="4faf27782965e11d" providerId="LiveId" clId="{FBDBE7AF-02E0-48A7-8B04-08EE088EC0D4}" dt="2025-11-25T19:17:46.606" v="1099"/>
          <ac:spMkLst>
            <pc:docMk/>
            <pc:sldMk cId="2612783638" sldId="278"/>
            <ac:spMk id="2" creationId="{E5C69716-5DFA-4A75-9894-A2FF6E7CEE67}"/>
          </ac:spMkLst>
        </pc:spChg>
        <pc:spChg chg="mod">
          <ac:chgData name="Ankita Dutta" userId="4faf27782965e11d" providerId="LiveId" clId="{FBDBE7AF-02E0-48A7-8B04-08EE088EC0D4}" dt="2025-11-27T19:57:00.554" v="1318" actId="404"/>
          <ac:spMkLst>
            <pc:docMk/>
            <pc:sldMk cId="2612783638" sldId="278"/>
            <ac:spMk id="5" creationId="{5972928B-3B29-BF5B-66B0-44710A4FC16F}"/>
          </ac:spMkLst>
        </pc:spChg>
      </pc:sldChg>
      <pc:sldChg chg="modSp add mod">
        <pc:chgData name="Ankita Dutta" userId="4faf27782965e11d" providerId="LiveId" clId="{FBDBE7AF-02E0-48A7-8B04-08EE088EC0D4}" dt="2025-11-28T08:32:17.762" v="1442"/>
        <pc:sldMkLst>
          <pc:docMk/>
          <pc:sldMk cId="4038508679" sldId="279"/>
        </pc:sldMkLst>
        <pc:spChg chg="mod">
          <ac:chgData name="Ankita Dutta" userId="4faf27782965e11d" providerId="LiveId" clId="{FBDBE7AF-02E0-48A7-8B04-08EE088EC0D4}" dt="2025-11-25T19:17:46.606" v="1099"/>
          <ac:spMkLst>
            <pc:docMk/>
            <pc:sldMk cId="4038508679" sldId="279"/>
            <ac:spMk id="2" creationId="{FEE24BF8-CEBC-0372-FAE7-972B2A055610}"/>
          </ac:spMkLst>
        </pc:spChg>
        <pc:spChg chg="mod">
          <ac:chgData name="Ankita Dutta" userId="4faf27782965e11d" providerId="LiveId" clId="{FBDBE7AF-02E0-48A7-8B04-08EE088EC0D4}" dt="2025-11-28T08:32:17.762" v="1442"/>
          <ac:spMkLst>
            <pc:docMk/>
            <pc:sldMk cId="4038508679" sldId="279"/>
            <ac:spMk id="3" creationId="{1A3FB742-698C-09AD-2D6C-80714DA75054}"/>
          </ac:spMkLst>
        </pc:spChg>
      </pc:sldChg>
      <pc:sldChg chg="addSp delSp modSp add mod modClrScheme chgLayout">
        <pc:chgData name="Ankita Dutta" userId="4faf27782965e11d" providerId="LiveId" clId="{FBDBE7AF-02E0-48A7-8B04-08EE088EC0D4}" dt="2025-11-27T20:12:10.578" v="1344" actId="1440"/>
        <pc:sldMkLst>
          <pc:docMk/>
          <pc:sldMk cId="2228719696" sldId="280"/>
        </pc:sldMkLst>
        <pc:spChg chg="mod ord">
          <ac:chgData name="Ankita Dutta" userId="4faf27782965e11d" providerId="LiveId" clId="{FBDBE7AF-02E0-48A7-8B04-08EE088EC0D4}" dt="2025-11-27T20:04:09.985" v="1319" actId="700"/>
          <ac:spMkLst>
            <pc:docMk/>
            <pc:sldMk cId="2228719696" sldId="280"/>
            <ac:spMk id="2" creationId="{7F4363D0-4409-4E88-3405-1B97D9094FA3}"/>
          </ac:spMkLst>
        </pc:spChg>
        <pc:picChg chg="add mod ord">
          <ac:chgData name="Ankita Dutta" userId="4faf27782965e11d" providerId="LiveId" clId="{FBDBE7AF-02E0-48A7-8B04-08EE088EC0D4}" dt="2025-11-27T20:12:10.578" v="1344" actId="1440"/>
          <ac:picMkLst>
            <pc:docMk/>
            <pc:sldMk cId="2228719696" sldId="280"/>
            <ac:picMk id="11" creationId="{8B569D3C-F9FB-98E8-7899-536EDA02DE4D}"/>
          </ac:picMkLst>
        </pc:picChg>
      </pc:sldChg>
      <pc:sldChg chg="modSp add mod">
        <pc:chgData name="Ankita Dutta" userId="4faf27782965e11d" providerId="LiveId" clId="{FBDBE7AF-02E0-48A7-8B04-08EE088EC0D4}" dt="2025-11-28T08:35:03.447" v="1445" actId="404"/>
        <pc:sldMkLst>
          <pc:docMk/>
          <pc:sldMk cId="495181244" sldId="281"/>
        </pc:sldMkLst>
        <pc:spChg chg="mod">
          <ac:chgData name="Ankita Dutta" userId="4faf27782965e11d" providerId="LiveId" clId="{FBDBE7AF-02E0-48A7-8B04-08EE088EC0D4}" dt="2025-11-25T19:17:46.606" v="1099"/>
          <ac:spMkLst>
            <pc:docMk/>
            <pc:sldMk cId="495181244" sldId="281"/>
            <ac:spMk id="2" creationId="{5C08FD95-C62E-8EDD-8919-2B0D085E205C}"/>
          </ac:spMkLst>
        </pc:spChg>
        <pc:spChg chg="mod">
          <ac:chgData name="Ankita Dutta" userId="4faf27782965e11d" providerId="LiveId" clId="{FBDBE7AF-02E0-48A7-8B04-08EE088EC0D4}" dt="2025-11-28T08:35:03.447" v="1445" actId="404"/>
          <ac:spMkLst>
            <pc:docMk/>
            <pc:sldMk cId="495181244" sldId="281"/>
            <ac:spMk id="5" creationId="{15C149F2-DE84-A443-3FFA-332E17DAF16B}"/>
          </ac:spMkLst>
        </pc:spChg>
      </pc:sldChg>
      <pc:sldChg chg="modSp add mod">
        <pc:chgData name="Ankita Dutta" userId="4faf27782965e11d" providerId="LiveId" clId="{FBDBE7AF-02E0-48A7-8B04-08EE088EC0D4}" dt="2025-11-25T19:17:46.606" v="1099"/>
        <pc:sldMkLst>
          <pc:docMk/>
          <pc:sldMk cId="2668899594" sldId="282"/>
        </pc:sldMkLst>
        <pc:spChg chg="mod">
          <ac:chgData name="Ankita Dutta" userId="4faf27782965e11d" providerId="LiveId" clId="{FBDBE7AF-02E0-48A7-8B04-08EE088EC0D4}" dt="2025-11-25T19:17:46.606" v="1099"/>
          <ac:spMkLst>
            <pc:docMk/>
            <pc:sldMk cId="2668899594" sldId="282"/>
            <ac:spMk id="2" creationId="{BD33A41F-5C79-C0AC-B2ED-00B22E42D793}"/>
          </ac:spMkLst>
        </pc:spChg>
        <pc:spChg chg="mod">
          <ac:chgData name="Ankita Dutta" userId="4faf27782965e11d" providerId="LiveId" clId="{FBDBE7AF-02E0-48A7-8B04-08EE088EC0D4}" dt="2025-11-25T19:17:46.606" v="1099"/>
          <ac:spMkLst>
            <pc:docMk/>
            <pc:sldMk cId="2668899594" sldId="282"/>
            <ac:spMk id="3" creationId="{AF3578B4-8B6D-6AB7-050B-5E1DE884D091}"/>
          </ac:spMkLst>
        </pc:spChg>
      </pc:sldChg>
      <pc:sldChg chg="addSp delSp modSp add mod modClrScheme chgLayout">
        <pc:chgData name="Ankita Dutta" userId="4faf27782965e11d" providerId="LiveId" clId="{FBDBE7AF-02E0-48A7-8B04-08EE088EC0D4}" dt="2025-11-27T20:11:44.074" v="1340" actId="1076"/>
        <pc:sldMkLst>
          <pc:docMk/>
          <pc:sldMk cId="3187979834" sldId="283"/>
        </pc:sldMkLst>
        <pc:spChg chg="mod ord">
          <ac:chgData name="Ankita Dutta" userId="4faf27782965e11d" providerId="LiveId" clId="{FBDBE7AF-02E0-48A7-8B04-08EE088EC0D4}" dt="2025-11-27T20:08:44.820" v="1326" actId="700"/>
          <ac:spMkLst>
            <pc:docMk/>
            <pc:sldMk cId="3187979834" sldId="283"/>
            <ac:spMk id="2" creationId="{C7B6E3CE-C0E6-AEFB-E01A-62B09BC859E0}"/>
          </ac:spMkLst>
        </pc:spChg>
        <pc:picChg chg="add mod ord">
          <ac:chgData name="Ankita Dutta" userId="4faf27782965e11d" providerId="LiveId" clId="{FBDBE7AF-02E0-48A7-8B04-08EE088EC0D4}" dt="2025-11-27T20:11:44.074" v="1340" actId="1076"/>
          <ac:picMkLst>
            <pc:docMk/>
            <pc:sldMk cId="3187979834" sldId="283"/>
            <ac:picMk id="11" creationId="{A911C6AB-F9DF-E382-C597-69485F3FC07D}"/>
          </ac:picMkLst>
        </pc:picChg>
      </pc:sldChg>
      <pc:sldChg chg="modSp add mod">
        <pc:chgData name="Ankita Dutta" userId="4faf27782965e11d" providerId="LiveId" clId="{FBDBE7AF-02E0-48A7-8B04-08EE088EC0D4}" dt="2025-11-28T08:36:29.424" v="1448" actId="404"/>
        <pc:sldMkLst>
          <pc:docMk/>
          <pc:sldMk cId="216774496" sldId="284"/>
        </pc:sldMkLst>
        <pc:spChg chg="mod">
          <ac:chgData name="Ankita Dutta" userId="4faf27782965e11d" providerId="LiveId" clId="{FBDBE7AF-02E0-48A7-8B04-08EE088EC0D4}" dt="2025-11-25T19:17:46.606" v="1099"/>
          <ac:spMkLst>
            <pc:docMk/>
            <pc:sldMk cId="216774496" sldId="284"/>
            <ac:spMk id="2" creationId="{077453B1-6DC3-1795-7B88-0F0BF9A14842}"/>
          </ac:spMkLst>
        </pc:spChg>
        <pc:spChg chg="mod">
          <ac:chgData name="Ankita Dutta" userId="4faf27782965e11d" providerId="LiveId" clId="{FBDBE7AF-02E0-48A7-8B04-08EE088EC0D4}" dt="2025-11-28T08:36:29.424" v="1448" actId="404"/>
          <ac:spMkLst>
            <pc:docMk/>
            <pc:sldMk cId="216774496" sldId="284"/>
            <ac:spMk id="5" creationId="{1A694E23-3855-94A6-F7E1-CD4CF5EC1BB9}"/>
          </ac:spMkLst>
        </pc:spChg>
      </pc:sldChg>
      <pc:sldChg chg="modSp add mod">
        <pc:chgData name="Ankita Dutta" userId="4faf27782965e11d" providerId="LiveId" clId="{FBDBE7AF-02E0-48A7-8B04-08EE088EC0D4}" dt="2025-11-25T19:17:46.606" v="1099"/>
        <pc:sldMkLst>
          <pc:docMk/>
          <pc:sldMk cId="2497480154" sldId="285"/>
        </pc:sldMkLst>
        <pc:spChg chg="mod">
          <ac:chgData name="Ankita Dutta" userId="4faf27782965e11d" providerId="LiveId" clId="{FBDBE7AF-02E0-48A7-8B04-08EE088EC0D4}" dt="2025-11-25T19:17:46.606" v="1099"/>
          <ac:spMkLst>
            <pc:docMk/>
            <pc:sldMk cId="2497480154" sldId="285"/>
            <ac:spMk id="2" creationId="{8C7D2599-8DC6-5584-5498-79BD4CA921E8}"/>
          </ac:spMkLst>
        </pc:spChg>
        <pc:spChg chg="mod">
          <ac:chgData name="Ankita Dutta" userId="4faf27782965e11d" providerId="LiveId" clId="{FBDBE7AF-02E0-48A7-8B04-08EE088EC0D4}" dt="2025-11-25T19:17:46.606" v="1099"/>
          <ac:spMkLst>
            <pc:docMk/>
            <pc:sldMk cId="2497480154" sldId="285"/>
            <ac:spMk id="3" creationId="{A909C60B-ED74-CAC2-672B-ED9F02505315}"/>
          </ac:spMkLst>
        </pc:spChg>
      </pc:sldChg>
      <pc:sldChg chg="addSp delSp modSp add mod modClrScheme chgLayout">
        <pc:chgData name="Ankita Dutta" userId="4faf27782965e11d" providerId="LiveId" clId="{FBDBE7AF-02E0-48A7-8B04-08EE088EC0D4}" dt="2025-11-27T20:14:02.273" v="1350" actId="1076"/>
        <pc:sldMkLst>
          <pc:docMk/>
          <pc:sldMk cId="4134371502" sldId="286"/>
        </pc:sldMkLst>
        <pc:spChg chg="mod ord">
          <ac:chgData name="Ankita Dutta" userId="4faf27782965e11d" providerId="LiveId" clId="{FBDBE7AF-02E0-48A7-8B04-08EE088EC0D4}" dt="2025-11-27T20:13:52.580" v="1345" actId="700"/>
          <ac:spMkLst>
            <pc:docMk/>
            <pc:sldMk cId="4134371502" sldId="286"/>
            <ac:spMk id="2" creationId="{F5B5DE70-B888-C70D-FDB9-4AEC1C08DB83}"/>
          </ac:spMkLst>
        </pc:spChg>
        <pc:picChg chg="add mod ord">
          <ac:chgData name="Ankita Dutta" userId="4faf27782965e11d" providerId="LiveId" clId="{FBDBE7AF-02E0-48A7-8B04-08EE088EC0D4}" dt="2025-11-27T20:14:02.273" v="1350" actId="1076"/>
          <ac:picMkLst>
            <pc:docMk/>
            <pc:sldMk cId="4134371502" sldId="286"/>
            <ac:picMk id="7" creationId="{995845BB-4F19-8C4A-D093-56121E4FD000}"/>
          </ac:picMkLst>
        </pc:picChg>
      </pc:sldChg>
      <pc:sldChg chg="modSp add mod">
        <pc:chgData name="Ankita Dutta" userId="4faf27782965e11d" providerId="LiveId" clId="{FBDBE7AF-02E0-48A7-8B04-08EE088EC0D4}" dt="2025-11-28T08:39:07.698" v="1452" actId="20577"/>
        <pc:sldMkLst>
          <pc:docMk/>
          <pc:sldMk cId="148494243" sldId="287"/>
        </pc:sldMkLst>
        <pc:spChg chg="mod">
          <ac:chgData name="Ankita Dutta" userId="4faf27782965e11d" providerId="LiveId" clId="{FBDBE7AF-02E0-48A7-8B04-08EE088EC0D4}" dt="2025-11-25T19:17:46.606" v="1099"/>
          <ac:spMkLst>
            <pc:docMk/>
            <pc:sldMk cId="148494243" sldId="287"/>
            <ac:spMk id="2" creationId="{977F8F7B-5CA6-F2D6-4643-735C5F480958}"/>
          </ac:spMkLst>
        </pc:spChg>
        <pc:spChg chg="mod">
          <ac:chgData name="Ankita Dutta" userId="4faf27782965e11d" providerId="LiveId" clId="{FBDBE7AF-02E0-48A7-8B04-08EE088EC0D4}" dt="2025-11-28T08:39:07.698" v="1452" actId="20577"/>
          <ac:spMkLst>
            <pc:docMk/>
            <pc:sldMk cId="148494243" sldId="287"/>
            <ac:spMk id="5" creationId="{2A15232C-6516-1325-8C40-AA5172C774A2}"/>
          </ac:spMkLst>
        </pc:spChg>
      </pc:sldChg>
      <pc:sldChg chg="modSp add mod">
        <pc:chgData name="Ankita Dutta" userId="4faf27782965e11d" providerId="LiveId" clId="{FBDBE7AF-02E0-48A7-8B04-08EE088EC0D4}" dt="2025-11-25T19:17:46.606" v="1099"/>
        <pc:sldMkLst>
          <pc:docMk/>
          <pc:sldMk cId="2288351857" sldId="288"/>
        </pc:sldMkLst>
        <pc:spChg chg="mod">
          <ac:chgData name="Ankita Dutta" userId="4faf27782965e11d" providerId="LiveId" clId="{FBDBE7AF-02E0-48A7-8B04-08EE088EC0D4}" dt="2025-11-25T19:17:46.606" v="1099"/>
          <ac:spMkLst>
            <pc:docMk/>
            <pc:sldMk cId="2288351857" sldId="288"/>
            <ac:spMk id="2" creationId="{EB574A7C-9C02-34CE-CE02-ABE854D81D11}"/>
          </ac:spMkLst>
        </pc:spChg>
        <pc:spChg chg="mod">
          <ac:chgData name="Ankita Dutta" userId="4faf27782965e11d" providerId="LiveId" clId="{FBDBE7AF-02E0-48A7-8B04-08EE088EC0D4}" dt="2025-11-25T19:17:46.606" v="1099"/>
          <ac:spMkLst>
            <pc:docMk/>
            <pc:sldMk cId="2288351857" sldId="288"/>
            <ac:spMk id="3" creationId="{1CA129CD-3C05-CFC7-18F3-E5FF9AECC0E3}"/>
          </ac:spMkLst>
        </pc:spChg>
      </pc:sldChg>
      <pc:sldChg chg="addSp delSp modSp add mod modClrScheme chgLayout">
        <pc:chgData name="Ankita Dutta" userId="4faf27782965e11d" providerId="LiveId" clId="{FBDBE7AF-02E0-48A7-8B04-08EE088EC0D4}" dt="2025-11-27T20:28:57.009" v="1357" actId="1440"/>
        <pc:sldMkLst>
          <pc:docMk/>
          <pc:sldMk cId="3765732332" sldId="289"/>
        </pc:sldMkLst>
        <pc:spChg chg="mod ord">
          <ac:chgData name="Ankita Dutta" userId="4faf27782965e11d" providerId="LiveId" clId="{FBDBE7AF-02E0-48A7-8B04-08EE088EC0D4}" dt="2025-11-27T20:28:20.445" v="1355" actId="700"/>
          <ac:spMkLst>
            <pc:docMk/>
            <pc:sldMk cId="3765732332" sldId="289"/>
            <ac:spMk id="2" creationId="{93A2E3BE-F555-76F3-4FBE-F21CA33355B8}"/>
          </ac:spMkLst>
        </pc:spChg>
        <pc:picChg chg="add mod ord">
          <ac:chgData name="Ankita Dutta" userId="4faf27782965e11d" providerId="LiveId" clId="{FBDBE7AF-02E0-48A7-8B04-08EE088EC0D4}" dt="2025-11-27T20:28:57.009" v="1357" actId="1440"/>
          <ac:picMkLst>
            <pc:docMk/>
            <pc:sldMk cId="3765732332" sldId="289"/>
            <ac:picMk id="7" creationId="{9EDF88A1-BA36-FB26-ADC3-0F4409DF5F70}"/>
          </ac:picMkLst>
        </pc:picChg>
      </pc:sldChg>
      <pc:sldChg chg="modSp add mod">
        <pc:chgData name="Ankita Dutta" userId="4faf27782965e11d" providerId="LiveId" clId="{FBDBE7AF-02E0-48A7-8B04-08EE088EC0D4}" dt="2025-11-28T08:41:06.179" v="1455" actId="404"/>
        <pc:sldMkLst>
          <pc:docMk/>
          <pc:sldMk cId="3823474117" sldId="290"/>
        </pc:sldMkLst>
        <pc:spChg chg="mod">
          <ac:chgData name="Ankita Dutta" userId="4faf27782965e11d" providerId="LiveId" clId="{FBDBE7AF-02E0-48A7-8B04-08EE088EC0D4}" dt="2025-11-25T19:17:46.606" v="1099"/>
          <ac:spMkLst>
            <pc:docMk/>
            <pc:sldMk cId="3823474117" sldId="290"/>
            <ac:spMk id="2" creationId="{39612562-4848-12D5-8FDD-553EE42A3B70}"/>
          </ac:spMkLst>
        </pc:spChg>
        <pc:spChg chg="mod">
          <ac:chgData name="Ankita Dutta" userId="4faf27782965e11d" providerId="LiveId" clId="{FBDBE7AF-02E0-48A7-8B04-08EE088EC0D4}" dt="2025-11-28T08:41:06.179" v="1455" actId="404"/>
          <ac:spMkLst>
            <pc:docMk/>
            <pc:sldMk cId="3823474117" sldId="290"/>
            <ac:spMk id="5" creationId="{5DBEFBB1-BC6B-F61D-5361-A5A7FEAE426A}"/>
          </ac:spMkLst>
        </pc:spChg>
      </pc:sldChg>
      <pc:sldChg chg="modSp add mod">
        <pc:chgData name="Ankita Dutta" userId="4faf27782965e11d" providerId="LiveId" clId="{FBDBE7AF-02E0-48A7-8B04-08EE088EC0D4}" dt="2025-12-01T15:16:45.179" v="1456"/>
        <pc:sldMkLst>
          <pc:docMk/>
          <pc:sldMk cId="1241903086" sldId="291"/>
        </pc:sldMkLst>
        <pc:spChg chg="mod">
          <ac:chgData name="Ankita Dutta" userId="4faf27782965e11d" providerId="LiveId" clId="{FBDBE7AF-02E0-48A7-8B04-08EE088EC0D4}" dt="2025-11-25T19:17:46.606" v="1099"/>
          <ac:spMkLst>
            <pc:docMk/>
            <pc:sldMk cId="1241903086" sldId="291"/>
            <ac:spMk id="2" creationId="{9EFB20A1-5390-95A5-8A9F-EF355B77BEA1}"/>
          </ac:spMkLst>
        </pc:spChg>
        <pc:spChg chg="mod">
          <ac:chgData name="Ankita Dutta" userId="4faf27782965e11d" providerId="LiveId" clId="{FBDBE7AF-02E0-48A7-8B04-08EE088EC0D4}" dt="2025-12-01T15:16:45.179" v="1456"/>
          <ac:spMkLst>
            <pc:docMk/>
            <pc:sldMk cId="1241903086" sldId="291"/>
            <ac:spMk id="3" creationId="{F800F991-5606-9231-A9C4-B78AF1853231}"/>
          </ac:spMkLst>
        </pc:spChg>
      </pc:sldChg>
      <pc:sldChg chg="addSp delSp modSp add mod modClrScheme chgLayout">
        <pc:chgData name="Ankita Dutta" userId="4faf27782965e11d" providerId="LiveId" clId="{FBDBE7AF-02E0-48A7-8B04-08EE088EC0D4}" dt="2025-11-27T20:43:35.698" v="1380" actId="1076"/>
        <pc:sldMkLst>
          <pc:docMk/>
          <pc:sldMk cId="584667689" sldId="292"/>
        </pc:sldMkLst>
        <pc:spChg chg="mod ord">
          <ac:chgData name="Ankita Dutta" userId="4faf27782965e11d" providerId="LiveId" clId="{FBDBE7AF-02E0-48A7-8B04-08EE088EC0D4}" dt="2025-11-27T20:38:06.019" v="1363" actId="700"/>
          <ac:spMkLst>
            <pc:docMk/>
            <pc:sldMk cId="584667689" sldId="292"/>
            <ac:spMk id="2" creationId="{66D2BAD6-0D7B-8A8C-7D56-540B2C032626}"/>
          </ac:spMkLst>
        </pc:spChg>
        <pc:picChg chg="add mod ord">
          <ac:chgData name="Ankita Dutta" userId="4faf27782965e11d" providerId="LiveId" clId="{FBDBE7AF-02E0-48A7-8B04-08EE088EC0D4}" dt="2025-11-27T20:43:35.698" v="1380" actId="1076"/>
          <ac:picMkLst>
            <pc:docMk/>
            <pc:sldMk cId="584667689" sldId="292"/>
            <ac:picMk id="13" creationId="{C0F12387-570F-0FEF-EB69-E0F555DC8803}"/>
          </ac:picMkLst>
        </pc:picChg>
      </pc:sldChg>
      <pc:sldChg chg="modSp add mod">
        <pc:chgData name="Ankita Dutta" userId="4faf27782965e11d" providerId="LiveId" clId="{FBDBE7AF-02E0-48A7-8B04-08EE088EC0D4}" dt="2025-12-01T15:17:53.829" v="1459" actId="404"/>
        <pc:sldMkLst>
          <pc:docMk/>
          <pc:sldMk cId="549376283" sldId="293"/>
        </pc:sldMkLst>
        <pc:spChg chg="mod">
          <ac:chgData name="Ankita Dutta" userId="4faf27782965e11d" providerId="LiveId" clId="{FBDBE7AF-02E0-48A7-8B04-08EE088EC0D4}" dt="2025-11-25T19:17:46.606" v="1099"/>
          <ac:spMkLst>
            <pc:docMk/>
            <pc:sldMk cId="549376283" sldId="293"/>
            <ac:spMk id="2" creationId="{3C98805E-1084-39D1-615F-572F25262C25}"/>
          </ac:spMkLst>
        </pc:spChg>
        <pc:spChg chg="mod">
          <ac:chgData name="Ankita Dutta" userId="4faf27782965e11d" providerId="LiveId" clId="{FBDBE7AF-02E0-48A7-8B04-08EE088EC0D4}" dt="2025-12-01T15:17:53.829" v="1459" actId="404"/>
          <ac:spMkLst>
            <pc:docMk/>
            <pc:sldMk cId="549376283" sldId="293"/>
            <ac:spMk id="5" creationId="{D90A6216-8864-590E-55A8-7D3F37F3B4E6}"/>
          </ac:spMkLst>
        </pc:spChg>
      </pc:sldChg>
      <pc:sldChg chg="modSp add mod">
        <pc:chgData name="Ankita Dutta" userId="4faf27782965e11d" providerId="LiveId" clId="{FBDBE7AF-02E0-48A7-8B04-08EE088EC0D4}" dt="2025-12-01T15:18:32.745" v="1460" actId="20577"/>
        <pc:sldMkLst>
          <pc:docMk/>
          <pc:sldMk cId="1718894282" sldId="294"/>
        </pc:sldMkLst>
        <pc:spChg chg="mod">
          <ac:chgData name="Ankita Dutta" userId="4faf27782965e11d" providerId="LiveId" clId="{FBDBE7AF-02E0-48A7-8B04-08EE088EC0D4}" dt="2025-11-25T19:17:46.606" v="1099"/>
          <ac:spMkLst>
            <pc:docMk/>
            <pc:sldMk cId="1718894282" sldId="294"/>
            <ac:spMk id="2" creationId="{4C3318D3-3186-BF91-2681-652882486E2F}"/>
          </ac:spMkLst>
        </pc:spChg>
        <pc:spChg chg="mod">
          <ac:chgData name="Ankita Dutta" userId="4faf27782965e11d" providerId="LiveId" clId="{FBDBE7AF-02E0-48A7-8B04-08EE088EC0D4}" dt="2025-12-01T15:18:32.745" v="1460" actId="20577"/>
          <ac:spMkLst>
            <pc:docMk/>
            <pc:sldMk cId="1718894282" sldId="294"/>
            <ac:spMk id="3" creationId="{5D439512-1810-3AEC-10FE-C4BB4480908F}"/>
          </ac:spMkLst>
        </pc:spChg>
      </pc:sldChg>
      <pc:sldChg chg="addSp delSp modSp add mod modClrScheme chgLayout">
        <pc:chgData name="Ankita Dutta" userId="4faf27782965e11d" providerId="LiveId" clId="{FBDBE7AF-02E0-48A7-8B04-08EE088EC0D4}" dt="2025-11-27T20:53:05.067" v="1398" actId="1076"/>
        <pc:sldMkLst>
          <pc:docMk/>
          <pc:sldMk cId="3854561589" sldId="295"/>
        </pc:sldMkLst>
        <pc:spChg chg="mod ord">
          <ac:chgData name="Ankita Dutta" userId="4faf27782965e11d" providerId="LiveId" clId="{FBDBE7AF-02E0-48A7-8B04-08EE088EC0D4}" dt="2025-11-27T20:43:48.767" v="1381" actId="700"/>
          <ac:spMkLst>
            <pc:docMk/>
            <pc:sldMk cId="3854561589" sldId="295"/>
            <ac:spMk id="2" creationId="{0C17E75B-99CA-1174-21F4-02EAC6FF981F}"/>
          </ac:spMkLst>
        </pc:spChg>
        <pc:picChg chg="add mod ord">
          <ac:chgData name="Ankita Dutta" userId="4faf27782965e11d" providerId="LiveId" clId="{FBDBE7AF-02E0-48A7-8B04-08EE088EC0D4}" dt="2025-11-27T20:53:05.067" v="1398" actId="1076"/>
          <ac:picMkLst>
            <pc:docMk/>
            <pc:sldMk cId="3854561589" sldId="295"/>
            <ac:picMk id="11" creationId="{5440A54F-E8BE-F05C-FF1A-BC58B4AB1084}"/>
          </ac:picMkLst>
        </pc:picChg>
      </pc:sldChg>
      <pc:sldChg chg="modSp add mod">
        <pc:chgData name="Ankita Dutta" userId="4faf27782965e11d" providerId="LiveId" clId="{FBDBE7AF-02E0-48A7-8B04-08EE088EC0D4}" dt="2025-12-01T15:20:16.500" v="1463" actId="404"/>
        <pc:sldMkLst>
          <pc:docMk/>
          <pc:sldMk cId="2844647319" sldId="296"/>
        </pc:sldMkLst>
        <pc:spChg chg="mod">
          <ac:chgData name="Ankita Dutta" userId="4faf27782965e11d" providerId="LiveId" clId="{FBDBE7AF-02E0-48A7-8B04-08EE088EC0D4}" dt="2025-11-25T19:17:46.606" v="1099"/>
          <ac:spMkLst>
            <pc:docMk/>
            <pc:sldMk cId="2844647319" sldId="296"/>
            <ac:spMk id="2" creationId="{8B11BF5F-3863-9247-D214-57384A77F806}"/>
          </ac:spMkLst>
        </pc:spChg>
        <pc:spChg chg="mod">
          <ac:chgData name="Ankita Dutta" userId="4faf27782965e11d" providerId="LiveId" clId="{FBDBE7AF-02E0-48A7-8B04-08EE088EC0D4}" dt="2025-12-01T15:20:16.500" v="1463" actId="404"/>
          <ac:spMkLst>
            <pc:docMk/>
            <pc:sldMk cId="2844647319" sldId="296"/>
            <ac:spMk id="5" creationId="{638EAE87-0648-9011-51EC-47CDE0CE6F61}"/>
          </ac:spMkLst>
        </pc:spChg>
      </pc:sldChg>
      <pc:sldChg chg="modSp add mod">
        <pc:chgData name="Ankita Dutta" userId="4faf27782965e11d" providerId="LiveId" clId="{FBDBE7AF-02E0-48A7-8B04-08EE088EC0D4}" dt="2025-12-01T15:21:25.072" v="1467" actId="20577"/>
        <pc:sldMkLst>
          <pc:docMk/>
          <pc:sldMk cId="1207077390" sldId="297"/>
        </pc:sldMkLst>
        <pc:spChg chg="mod">
          <ac:chgData name="Ankita Dutta" userId="4faf27782965e11d" providerId="LiveId" clId="{FBDBE7AF-02E0-48A7-8B04-08EE088EC0D4}" dt="2025-11-25T19:17:46.606" v="1099"/>
          <ac:spMkLst>
            <pc:docMk/>
            <pc:sldMk cId="1207077390" sldId="297"/>
            <ac:spMk id="2" creationId="{FD46B642-467E-AD5A-09C3-DA97AB66705C}"/>
          </ac:spMkLst>
        </pc:spChg>
        <pc:spChg chg="mod">
          <ac:chgData name="Ankita Dutta" userId="4faf27782965e11d" providerId="LiveId" clId="{FBDBE7AF-02E0-48A7-8B04-08EE088EC0D4}" dt="2025-12-01T15:21:25.072" v="1467" actId="20577"/>
          <ac:spMkLst>
            <pc:docMk/>
            <pc:sldMk cId="1207077390" sldId="297"/>
            <ac:spMk id="3" creationId="{B6E5BC53-C520-CC39-429C-B059E2E2DD96}"/>
          </ac:spMkLst>
        </pc:spChg>
      </pc:sldChg>
      <pc:sldChg chg="addSp delSp modSp add mod modClrScheme chgLayout">
        <pc:chgData name="Ankita Dutta" userId="4faf27782965e11d" providerId="LiveId" clId="{FBDBE7AF-02E0-48A7-8B04-08EE088EC0D4}" dt="2025-11-27T20:58:08.831" v="1405" actId="1440"/>
        <pc:sldMkLst>
          <pc:docMk/>
          <pc:sldMk cId="2233042950" sldId="298"/>
        </pc:sldMkLst>
        <pc:spChg chg="mod ord">
          <ac:chgData name="Ankita Dutta" userId="4faf27782965e11d" providerId="LiveId" clId="{FBDBE7AF-02E0-48A7-8B04-08EE088EC0D4}" dt="2025-11-27T20:58:02.815" v="1401" actId="700"/>
          <ac:spMkLst>
            <pc:docMk/>
            <pc:sldMk cId="2233042950" sldId="298"/>
            <ac:spMk id="2" creationId="{323A7F75-0924-931F-3C74-80B9D56540D4}"/>
          </ac:spMkLst>
        </pc:spChg>
        <pc:picChg chg="add mod ord">
          <ac:chgData name="Ankita Dutta" userId="4faf27782965e11d" providerId="LiveId" clId="{FBDBE7AF-02E0-48A7-8B04-08EE088EC0D4}" dt="2025-11-27T20:58:08.831" v="1405" actId="1440"/>
          <ac:picMkLst>
            <pc:docMk/>
            <pc:sldMk cId="2233042950" sldId="298"/>
            <ac:picMk id="7" creationId="{021B8757-FE61-8703-2D19-E81705130F6B}"/>
          </ac:picMkLst>
        </pc:picChg>
      </pc:sldChg>
      <pc:sldChg chg="modSp add mod">
        <pc:chgData name="Ankita Dutta" userId="4faf27782965e11d" providerId="LiveId" clId="{FBDBE7AF-02E0-48A7-8B04-08EE088EC0D4}" dt="2025-12-01T15:28:26.701" v="1470" actId="404"/>
        <pc:sldMkLst>
          <pc:docMk/>
          <pc:sldMk cId="784331945" sldId="299"/>
        </pc:sldMkLst>
        <pc:spChg chg="mod">
          <ac:chgData name="Ankita Dutta" userId="4faf27782965e11d" providerId="LiveId" clId="{FBDBE7AF-02E0-48A7-8B04-08EE088EC0D4}" dt="2025-11-25T19:17:46.606" v="1099"/>
          <ac:spMkLst>
            <pc:docMk/>
            <pc:sldMk cId="784331945" sldId="299"/>
            <ac:spMk id="2" creationId="{A9595E40-1DEC-323E-15E8-6C0CD559304F}"/>
          </ac:spMkLst>
        </pc:spChg>
        <pc:spChg chg="mod">
          <ac:chgData name="Ankita Dutta" userId="4faf27782965e11d" providerId="LiveId" clId="{FBDBE7AF-02E0-48A7-8B04-08EE088EC0D4}" dt="2025-12-01T15:28:26.701" v="1470" actId="404"/>
          <ac:spMkLst>
            <pc:docMk/>
            <pc:sldMk cId="784331945" sldId="299"/>
            <ac:spMk id="5" creationId="{0C01C471-1836-23E0-50FA-0FCE96CB5CF8}"/>
          </ac:spMkLst>
        </pc:spChg>
      </pc:sldChg>
      <pc:sldChg chg="modSp add mod">
        <pc:chgData name="Ankita Dutta" userId="4faf27782965e11d" providerId="LiveId" clId="{FBDBE7AF-02E0-48A7-8B04-08EE088EC0D4}" dt="2025-11-25T19:17:46.606" v="1099"/>
        <pc:sldMkLst>
          <pc:docMk/>
          <pc:sldMk cId="912004664" sldId="300"/>
        </pc:sldMkLst>
        <pc:spChg chg="mod">
          <ac:chgData name="Ankita Dutta" userId="4faf27782965e11d" providerId="LiveId" clId="{FBDBE7AF-02E0-48A7-8B04-08EE088EC0D4}" dt="2025-11-25T19:17:46.606" v="1099"/>
          <ac:spMkLst>
            <pc:docMk/>
            <pc:sldMk cId="912004664" sldId="300"/>
            <ac:spMk id="2" creationId="{F2B0FD39-1A9C-7281-F6A5-05B4E9B1D803}"/>
          </ac:spMkLst>
        </pc:spChg>
        <pc:spChg chg="mod">
          <ac:chgData name="Ankita Dutta" userId="4faf27782965e11d" providerId="LiveId" clId="{FBDBE7AF-02E0-48A7-8B04-08EE088EC0D4}" dt="2025-11-25T19:17:46.606" v="1099"/>
          <ac:spMkLst>
            <pc:docMk/>
            <pc:sldMk cId="912004664" sldId="300"/>
            <ac:spMk id="3" creationId="{4DD155C1-DE49-1EB5-30B4-9FEE26973D77}"/>
          </ac:spMkLst>
        </pc:spChg>
      </pc:sldChg>
      <pc:sldChg chg="addSp delSp modSp add mod modClrScheme chgLayout">
        <pc:chgData name="Ankita Dutta" userId="4faf27782965e11d" providerId="LiveId" clId="{FBDBE7AF-02E0-48A7-8B04-08EE088EC0D4}" dt="2025-11-28T07:16:04.518" v="1432" actId="1038"/>
        <pc:sldMkLst>
          <pc:docMk/>
          <pc:sldMk cId="4285528524" sldId="301"/>
        </pc:sldMkLst>
        <pc:spChg chg="mod ord">
          <ac:chgData name="Ankita Dutta" userId="4faf27782965e11d" providerId="LiveId" clId="{FBDBE7AF-02E0-48A7-8B04-08EE088EC0D4}" dt="2025-11-28T07:15:38.893" v="1408" actId="700"/>
          <ac:spMkLst>
            <pc:docMk/>
            <pc:sldMk cId="4285528524" sldId="301"/>
            <ac:spMk id="2" creationId="{90297E75-E17C-DEAC-FC85-CDC94781DF23}"/>
          </ac:spMkLst>
        </pc:spChg>
        <pc:picChg chg="add mod ord modCrop">
          <ac:chgData name="Ankita Dutta" userId="4faf27782965e11d" providerId="LiveId" clId="{FBDBE7AF-02E0-48A7-8B04-08EE088EC0D4}" dt="2025-11-28T07:16:04.518" v="1432" actId="1038"/>
          <ac:picMkLst>
            <pc:docMk/>
            <pc:sldMk cId="4285528524" sldId="301"/>
            <ac:picMk id="7" creationId="{4A813A53-E0CD-DAC8-43E7-89C087353C1B}"/>
          </ac:picMkLst>
        </pc:picChg>
      </pc:sldChg>
      <pc:sldChg chg="modSp add mod">
        <pc:chgData name="Ankita Dutta" userId="4faf27782965e11d" providerId="LiveId" clId="{FBDBE7AF-02E0-48A7-8B04-08EE088EC0D4}" dt="2025-12-01T15:30:45.312" v="1473" actId="404"/>
        <pc:sldMkLst>
          <pc:docMk/>
          <pc:sldMk cId="4209897654" sldId="302"/>
        </pc:sldMkLst>
        <pc:spChg chg="mod">
          <ac:chgData name="Ankita Dutta" userId="4faf27782965e11d" providerId="LiveId" clId="{FBDBE7AF-02E0-48A7-8B04-08EE088EC0D4}" dt="2025-11-25T19:17:46.606" v="1099"/>
          <ac:spMkLst>
            <pc:docMk/>
            <pc:sldMk cId="4209897654" sldId="302"/>
            <ac:spMk id="2" creationId="{F4E2F14E-69FF-4C49-260B-89C1F2241696}"/>
          </ac:spMkLst>
        </pc:spChg>
        <pc:spChg chg="mod">
          <ac:chgData name="Ankita Dutta" userId="4faf27782965e11d" providerId="LiveId" clId="{FBDBE7AF-02E0-48A7-8B04-08EE088EC0D4}" dt="2025-12-01T15:30:45.312" v="1473" actId="404"/>
          <ac:spMkLst>
            <pc:docMk/>
            <pc:sldMk cId="4209897654" sldId="302"/>
            <ac:spMk id="5" creationId="{3356C98C-EF90-CA8A-7DD9-AF328D7F39BB}"/>
          </ac:spMkLst>
        </pc:spChg>
      </pc:sldChg>
      <pc:sldChg chg="modSp add mod">
        <pc:chgData name="Ankita Dutta" userId="4faf27782965e11d" providerId="LiveId" clId="{FBDBE7AF-02E0-48A7-8B04-08EE088EC0D4}" dt="2025-12-01T18:53:16.417" v="1474" actId="20577"/>
        <pc:sldMkLst>
          <pc:docMk/>
          <pc:sldMk cId="3548201306" sldId="303"/>
        </pc:sldMkLst>
        <pc:spChg chg="mod">
          <ac:chgData name="Ankita Dutta" userId="4faf27782965e11d" providerId="LiveId" clId="{FBDBE7AF-02E0-48A7-8B04-08EE088EC0D4}" dt="2025-11-25T19:17:46.606" v="1099"/>
          <ac:spMkLst>
            <pc:docMk/>
            <pc:sldMk cId="3548201306" sldId="303"/>
            <ac:spMk id="2" creationId="{A7369221-52BA-BDAD-9F87-BC0011CB7867}"/>
          </ac:spMkLst>
        </pc:spChg>
        <pc:spChg chg="mod">
          <ac:chgData name="Ankita Dutta" userId="4faf27782965e11d" providerId="LiveId" clId="{FBDBE7AF-02E0-48A7-8B04-08EE088EC0D4}" dt="2025-12-01T18:53:16.417" v="1474" actId="20577"/>
          <ac:spMkLst>
            <pc:docMk/>
            <pc:sldMk cId="3548201306" sldId="303"/>
            <ac:spMk id="3" creationId="{97D269BE-E432-2D53-9878-C255666A922C}"/>
          </ac:spMkLst>
        </pc:spChg>
      </pc:sldChg>
      <pc:sldChg chg="addSp delSp modSp add mod modClrScheme chgLayout">
        <pc:chgData name="Ankita Dutta" userId="4faf27782965e11d" providerId="LiveId" clId="{FBDBE7AF-02E0-48A7-8B04-08EE088EC0D4}" dt="2025-11-28T07:26:04.035" v="1437" actId="1440"/>
        <pc:sldMkLst>
          <pc:docMk/>
          <pc:sldMk cId="4211806381" sldId="304"/>
        </pc:sldMkLst>
        <pc:spChg chg="mod ord">
          <ac:chgData name="Ankita Dutta" userId="4faf27782965e11d" providerId="LiveId" clId="{FBDBE7AF-02E0-48A7-8B04-08EE088EC0D4}" dt="2025-11-28T07:23:10.463" v="1435" actId="700"/>
          <ac:spMkLst>
            <pc:docMk/>
            <pc:sldMk cId="4211806381" sldId="304"/>
            <ac:spMk id="2" creationId="{01CDAAC1-4D0A-0EE1-AE30-F630822052EE}"/>
          </ac:spMkLst>
        </pc:spChg>
        <pc:picChg chg="add mod ord">
          <ac:chgData name="Ankita Dutta" userId="4faf27782965e11d" providerId="LiveId" clId="{FBDBE7AF-02E0-48A7-8B04-08EE088EC0D4}" dt="2025-11-28T07:26:04.035" v="1437" actId="1440"/>
          <ac:picMkLst>
            <pc:docMk/>
            <pc:sldMk cId="4211806381" sldId="304"/>
            <ac:picMk id="7" creationId="{02006CEC-1117-0201-89F1-ECF9521F72AC}"/>
          </ac:picMkLst>
        </pc:picChg>
      </pc:sldChg>
      <pc:sldChg chg="modSp add mod">
        <pc:chgData name="Ankita Dutta" userId="4faf27782965e11d" providerId="LiveId" clId="{FBDBE7AF-02E0-48A7-8B04-08EE088EC0D4}" dt="2025-12-01T18:53:52.578" v="1477" actId="404"/>
        <pc:sldMkLst>
          <pc:docMk/>
          <pc:sldMk cId="3804257612" sldId="305"/>
        </pc:sldMkLst>
        <pc:spChg chg="mod">
          <ac:chgData name="Ankita Dutta" userId="4faf27782965e11d" providerId="LiveId" clId="{FBDBE7AF-02E0-48A7-8B04-08EE088EC0D4}" dt="2025-11-25T19:17:46.606" v="1099"/>
          <ac:spMkLst>
            <pc:docMk/>
            <pc:sldMk cId="3804257612" sldId="305"/>
            <ac:spMk id="2" creationId="{2523D999-BCE6-9DC2-713B-2000CA426393}"/>
          </ac:spMkLst>
        </pc:spChg>
        <pc:spChg chg="mod">
          <ac:chgData name="Ankita Dutta" userId="4faf27782965e11d" providerId="LiveId" clId="{FBDBE7AF-02E0-48A7-8B04-08EE088EC0D4}" dt="2025-12-01T18:53:52.578" v="1477" actId="404"/>
          <ac:spMkLst>
            <pc:docMk/>
            <pc:sldMk cId="3804257612" sldId="305"/>
            <ac:spMk id="5" creationId="{856DC6D6-EAB9-1AAC-DEAB-43B0539925A7}"/>
          </ac:spMkLst>
        </pc:spChg>
      </pc:sldChg>
      <pc:sldChg chg="addSp delSp modSp new mod chgLayout">
        <pc:chgData name="Ankita Dutta" userId="4faf27782965e11d" providerId="LiveId" clId="{FBDBE7AF-02E0-48A7-8B04-08EE088EC0D4}" dt="2025-12-06T13:42:15.727" v="1500" actId="20577"/>
        <pc:sldMkLst>
          <pc:docMk/>
          <pc:sldMk cId="3144743087" sldId="306"/>
        </pc:sldMkLst>
        <pc:spChg chg="mod ord">
          <ac:chgData name="Ankita Dutta" userId="4faf27782965e11d" providerId="LiveId" clId="{FBDBE7AF-02E0-48A7-8B04-08EE088EC0D4}" dt="2025-12-06T13:42:15.727" v="1500" actId="20577"/>
          <ac:spMkLst>
            <pc:docMk/>
            <pc:sldMk cId="3144743087" sldId="306"/>
            <ac:spMk id="2" creationId="{D8C401DF-13A2-8C36-3E89-BD293EF5A607}"/>
          </ac:spMkLst>
        </pc:spChg>
        <pc:spChg chg="add mod ord">
          <ac:chgData name="Ankita Dutta" userId="4faf27782965e11d" providerId="LiveId" clId="{FBDBE7AF-02E0-48A7-8B04-08EE088EC0D4}" dt="2025-12-06T13:42:02.620" v="1499" actId="1076"/>
          <ac:spMkLst>
            <pc:docMk/>
            <pc:sldMk cId="3144743087" sldId="306"/>
            <ac:spMk id="3" creationId="{85F32425-926A-D891-EAF6-70C73B369680}"/>
          </ac:spMkLst>
        </pc:spChg>
      </pc:sldChg>
      <pc:sldChg chg="addSp delSp modSp add mod modClrScheme chgLayout">
        <pc:chgData name="Ankita Dutta" userId="4faf27782965e11d" providerId="LiveId" clId="{FBDBE7AF-02E0-48A7-8B04-08EE088EC0D4}" dt="2025-11-25T19:40:05.063" v="1208" actId="20577"/>
        <pc:sldMkLst>
          <pc:docMk/>
          <pc:sldMk cId="1400372618" sldId="307"/>
        </pc:sldMkLst>
        <pc:spChg chg="mod ord">
          <ac:chgData name="Ankita Dutta" userId="4faf27782965e11d" providerId="LiveId" clId="{FBDBE7AF-02E0-48A7-8B04-08EE088EC0D4}" dt="2025-11-25T19:40:05.063" v="1208" actId="20577"/>
          <ac:spMkLst>
            <pc:docMk/>
            <pc:sldMk cId="1400372618" sldId="307"/>
            <ac:spMk id="2" creationId="{F86184D4-FE1B-47CE-8C00-1D7AB542E629}"/>
          </ac:spMkLst>
        </pc:spChg>
        <pc:picChg chg="add mod ord modCrop">
          <ac:chgData name="Ankita Dutta" userId="4faf27782965e11d" providerId="LiveId" clId="{FBDBE7AF-02E0-48A7-8B04-08EE088EC0D4}" dt="2025-11-25T19:25:32.909" v="1147" actId="1076"/>
          <ac:picMkLst>
            <pc:docMk/>
            <pc:sldMk cId="1400372618" sldId="307"/>
            <ac:picMk id="8" creationId="{E22FB34F-F8B7-FBDE-D572-3FBC77D119AD}"/>
          </ac:picMkLst>
        </pc:picChg>
        <pc:picChg chg="add mod ord modCrop">
          <ac:chgData name="Ankita Dutta" userId="4faf27782965e11d" providerId="LiveId" clId="{FBDBE7AF-02E0-48A7-8B04-08EE088EC0D4}" dt="2025-11-25T19:25:35.397" v="1148" actId="1076"/>
          <ac:picMkLst>
            <pc:docMk/>
            <pc:sldMk cId="1400372618" sldId="307"/>
            <ac:picMk id="10" creationId="{061D1F3D-D215-DB7B-86F6-99143136A79D}"/>
          </ac:picMkLst>
        </pc:picChg>
      </pc:sldChg>
      <pc:sldChg chg="addSp delSp modSp add mod">
        <pc:chgData name="Ankita Dutta" userId="4faf27782965e11d" providerId="LiveId" clId="{FBDBE7AF-02E0-48A7-8B04-08EE088EC0D4}" dt="2025-11-25T19:40:17.584" v="1216" actId="20577"/>
        <pc:sldMkLst>
          <pc:docMk/>
          <pc:sldMk cId="1994792271" sldId="308"/>
        </pc:sldMkLst>
        <pc:spChg chg="mod">
          <ac:chgData name="Ankita Dutta" userId="4faf27782965e11d" providerId="LiveId" clId="{FBDBE7AF-02E0-48A7-8B04-08EE088EC0D4}" dt="2025-11-25T19:40:17.584" v="1216" actId="20577"/>
          <ac:spMkLst>
            <pc:docMk/>
            <pc:sldMk cId="1994792271" sldId="308"/>
            <ac:spMk id="2" creationId="{2974E2AB-7804-EB5F-C6A4-1C578E0B4233}"/>
          </ac:spMkLst>
        </pc:spChg>
        <pc:picChg chg="add mod ord modCrop">
          <ac:chgData name="Ankita Dutta" userId="4faf27782965e11d" providerId="LiveId" clId="{FBDBE7AF-02E0-48A7-8B04-08EE088EC0D4}" dt="2025-11-25T19:27:10.300" v="1168" actId="1076"/>
          <ac:picMkLst>
            <pc:docMk/>
            <pc:sldMk cId="1994792271" sldId="308"/>
            <ac:picMk id="9" creationId="{6C7703CB-F601-A197-3B27-F11DC2E18673}"/>
          </ac:picMkLst>
        </pc:picChg>
        <pc:picChg chg="add mod ord">
          <ac:chgData name="Ankita Dutta" userId="4faf27782965e11d" providerId="LiveId" clId="{FBDBE7AF-02E0-48A7-8B04-08EE088EC0D4}" dt="2025-11-25T19:27:13.397" v="1169" actId="1076"/>
          <ac:picMkLst>
            <pc:docMk/>
            <pc:sldMk cId="1994792271" sldId="308"/>
            <ac:picMk id="16" creationId="{A1F322EA-5622-D23B-02FF-6E665ADF2E77}"/>
          </ac:picMkLst>
        </pc:picChg>
      </pc:sldChg>
      <pc:sldChg chg="addSp delSp modSp add mod modClrScheme chgLayout">
        <pc:chgData name="Ankita Dutta" userId="4faf27782965e11d" providerId="LiveId" clId="{FBDBE7AF-02E0-48A7-8B04-08EE088EC0D4}" dt="2025-11-27T19:13:08.647" v="1276" actId="700"/>
        <pc:sldMkLst>
          <pc:docMk/>
          <pc:sldMk cId="99962701" sldId="309"/>
        </pc:sldMkLst>
        <pc:spChg chg="mod ord">
          <ac:chgData name="Ankita Dutta" userId="4faf27782965e11d" providerId="LiveId" clId="{FBDBE7AF-02E0-48A7-8B04-08EE088EC0D4}" dt="2025-11-27T19:13:08.647" v="1276" actId="700"/>
          <ac:spMkLst>
            <pc:docMk/>
            <pc:sldMk cId="99962701" sldId="309"/>
            <ac:spMk id="2" creationId="{F3C8C64C-80A1-C943-1886-CDBFFF304A91}"/>
          </ac:spMkLst>
        </pc:spChg>
        <pc:picChg chg="add mod ord">
          <ac:chgData name="Ankita Dutta" userId="4faf27782965e11d" providerId="LiveId" clId="{FBDBE7AF-02E0-48A7-8B04-08EE088EC0D4}" dt="2025-11-27T19:13:08.647" v="1276" actId="700"/>
          <ac:picMkLst>
            <pc:docMk/>
            <pc:sldMk cId="99962701" sldId="309"/>
            <ac:picMk id="9" creationId="{2ADD26D1-B231-111C-B22A-078AAF44943C}"/>
          </ac:picMkLst>
        </pc:picChg>
      </pc:sldChg>
      <pc:sldChg chg="addSp delSp modSp new mod modClrScheme chgLayout">
        <pc:chgData name="Ankita Dutta" userId="4faf27782965e11d" providerId="LiveId" clId="{FBDBE7AF-02E0-48A7-8B04-08EE088EC0D4}" dt="2025-11-25T19:55:13.599" v="1233" actId="1440"/>
        <pc:sldMkLst>
          <pc:docMk/>
          <pc:sldMk cId="2630935623" sldId="310"/>
        </pc:sldMkLst>
        <pc:spChg chg="mod ord">
          <ac:chgData name="Ankita Dutta" userId="4faf27782965e11d" providerId="LiveId" clId="{FBDBE7AF-02E0-48A7-8B04-08EE088EC0D4}" dt="2025-11-25T19:53:38.323" v="1228" actId="700"/>
          <ac:spMkLst>
            <pc:docMk/>
            <pc:sldMk cId="2630935623" sldId="310"/>
            <ac:spMk id="2" creationId="{B7E8584C-D234-DCC1-6AFB-B8A44960A0F9}"/>
          </ac:spMkLst>
        </pc:spChg>
        <pc:picChg chg="add mod ord">
          <ac:chgData name="Ankita Dutta" userId="4faf27782965e11d" providerId="LiveId" clId="{FBDBE7AF-02E0-48A7-8B04-08EE088EC0D4}" dt="2025-11-25T19:55:13.599" v="1233" actId="1440"/>
          <ac:picMkLst>
            <pc:docMk/>
            <pc:sldMk cId="2630935623" sldId="310"/>
            <ac:picMk id="7" creationId="{6BEEEBF2-574F-0006-E579-3139032955F3}"/>
          </ac:picMkLst>
        </pc:picChg>
      </pc:sldChg>
      <pc:sldChg chg="addSp delSp modSp add mod">
        <pc:chgData name="Ankita Dutta" userId="4faf27782965e11d" providerId="LiveId" clId="{FBDBE7AF-02E0-48A7-8B04-08EE088EC0D4}" dt="2025-11-25T20:04:58.919" v="1244" actId="1440"/>
        <pc:sldMkLst>
          <pc:docMk/>
          <pc:sldMk cId="297847398" sldId="311"/>
        </pc:sldMkLst>
        <pc:picChg chg="add mod ord">
          <ac:chgData name="Ankita Dutta" userId="4faf27782965e11d" providerId="LiveId" clId="{FBDBE7AF-02E0-48A7-8B04-08EE088EC0D4}" dt="2025-11-25T20:04:58.919" v="1244" actId="1440"/>
          <ac:picMkLst>
            <pc:docMk/>
            <pc:sldMk cId="297847398" sldId="311"/>
            <ac:picMk id="6" creationId="{F22A203A-7AC4-8788-45EA-0166DB01604E}"/>
          </ac:picMkLst>
        </pc:picChg>
      </pc:sldChg>
      <pc:sldChg chg="addSp delSp modSp add mod">
        <pc:chgData name="Ankita Dutta" userId="4faf27782965e11d" providerId="LiveId" clId="{FBDBE7AF-02E0-48A7-8B04-08EE088EC0D4}" dt="2025-11-27T19:50:46.682" v="1303" actId="1440"/>
        <pc:sldMkLst>
          <pc:docMk/>
          <pc:sldMk cId="1219314935" sldId="312"/>
        </pc:sldMkLst>
        <pc:picChg chg="add mod ord">
          <ac:chgData name="Ankita Dutta" userId="4faf27782965e11d" providerId="LiveId" clId="{FBDBE7AF-02E0-48A7-8B04-08EE088EC0D4}" dt="2025-11-27T19:50:46.682" v="1303" actId="1440"/>
          <ac:picMkLst>
            <pc:docMk/>
            <pc:sldMk cId="1219314935" sldId="312"/>
            <ac:picMk id="5" creationId="{C935A944-6988-2531-B63C-BEFDA6E89A68}"/>
          </ac:picMkLst>
        </pc:picChg>
      </pc:sldChg>
      <pc:sldChg chg="addSp delSp modSp add mod">
        <pc:chgData name="Ankita Dutta" userId="4faf27782965e11d" providerId="LiveId" clId="{FBDBE7AF-02E0-48A7-8B04-08EE088EC0D4}" dt="2025-11-27T19:55:24.121" v="1315" actId="1440"/>
        <pc:sldMkLst>
          <pc:docMk/>
          <pc:sldMk cId="136752105" sldId="313"/>
        </pc:sldMkLst>
        <pc:picChg chg="add mod ord">
          <ac:chgData name="Ankita Dutta" userId="4faf27782965e11d" providerId="LiveId" clId="{FBDBE7AF-02E0-48A7-8B04-08EE088EC0D4}" dt="2025-11-27T19:55:24.121" v="1315" actId="1440"/>
          <ac:picMkLst>
            <pc:docMk/>
            <pc:sldMk cId="136752105" sldId="313"/>
            <ac:picMk id="5" creationId="{6EE284B0-3FD7-5E2B-09BE-4B4E9A172F02}"/>
          </ac:picMkLst>
        </pc:picChg>
      </pc:sldChg>
      <pc:sldChg chg="addSp delSp modSp add mod">
        <pc:chgData name="Ankita Dutta" userId="4faf27782965e11d" providerId="LiveId" clId="{FBDBE7AF-02E0-48A7-8B04-08EE088EC0D4}" dt="2025-11-27T20:04:53.758" v="1325" actId="1440"/>
        <pc:sldMkLst>
          <pc:docMk/>
          <pc:sldMk cId="2114524666" sldId="314"/>
        </pc:sldMkLst>
        <pc:picChg chg="add mod ord">
          <ac:chgData name="Ankita Dutta" userId="4faf27782965e11d" providerId="LiveId" clId="{FBDBE7AF-02E0-48A7-8B04-08EE088EC0D4}" dt="2025-11-27T20:04:53.758" v="1325" actId="1440"/>
          <ac:picMkLst>
            <pc:docMk/>
            <pc:sldMk cId="2114524666" sldId="314"/>
            <ac:picMk id="5" creationId="{4CBA5506-F79F-0B4A-1C95-ECF31F839FB6}"/>
          </ac:picMkLst>
        </pc:picChg>
      </pc:sldChg>
      <pc:sldChg chg="addSp delSp modSp add mod">
        <pc:chgData name="Ankita Dutta" userId="4faf27782965e11d" providerId="LiveId" clId="{FBDBE7AF-02E0-48A7-8B04-08EE088EC0D4}" dt="2025-11-27T20:09:42.689" v="1335" actId="1076"/>
        <pc:sldMkLst>
          <pc:docMk/>
          <pc:sldMk cId="3902348283" sldId="315"/>
        </pc:sldMkLst>
        <pc:picChg chg="add mod ord">
          <ac:chgData name="Ankita Dutta" userId="4faf27782965e11d" providerId="LiveId" clId="{FBDBE7AF-02E0-48A7-8B04-08EE088EC0D4}" dt="2025-11-27T20:09:42.689" v="1335" actId="1076"/>
          <ac:picMkLst>
            <pc:docMk/>
            <pc:sldMk cId="3902348283" sldId="315"/>
            <ac:picMk id="5" creationId="{3BE25859-98B4-E82E-96C1-7F686EE7F1B8}"/>
          </ac:picMkLst>
        </pc:picChg>
      </pc:sldChg>
      <pc:sldChg chg="addSp delSp modSp add mod">
        <pc:chgData name="Ankita Dutta" userId="4faf27782965e11d" providerId="LiveId" clId="{FBDBE7AF-02E0-48A7-8B04-08EE088EC0D4}" dt="2025-11-27T20:14:43.840" v="1354" actId="1076"/>
        <pc:sldMkLst>
          <pc:docMk/>
          <pc:sldMk cId="4119779388" sldId="316"/>
        </pc:sldMkLst>
        <pc:picChg chg="add mod ord">
          <ac:chgData name="Ankita Dutta" userId="4faf27782965e11d" providerId="LiveId" clId="{FBDBE7AF-02E0-48A7-8B04-08EE088EC0D4}" dt="2025-11-27T20:14:43.840" v="1354" actId="1076"/>
          <ac:picMkLst>
            <pc:docMk/>
            <pc:sldMk cId="4119779388" sldId="316"/>
            <ac:picMk id="5" creationId="{5A4AA2C3-07C7-8BB0-C82A-8B0A6B946E4A}"/>
          </ac:picMkLst>
        </pc:picChg>
      </pc:sldChg>
      <pc:sldChg chg="addSp delSp modSp add mod">
        <pc:chgData name="Ankita Dutta" userId="4faf27782965e11d" providerId="LiveId" clId="{FBDBE7AF-02E0-48A7-8B04-08EE088EC0D4}" dt="2025-11-27T20:29:42.415" v="1362" actId="1076"/>
        <pc:sldMkLst>
          <pc:docMk/>
          <pc:sldMk cId="4230949774" sldId="317"/>
        </pc:sldMkLst>
        <pc:picChg chg="add mod ord">
          <ac:chgData name="Ankita Dutta" userId="4faf27782965e11d" providerId="LiveId" clId="{FBDBE7AF-02E0-48A7-8B04-08EE088EC0D4}" dt="2025-11-27T20:29:42.415" v="1362" actId="1076"/>
          <ac:picMkLst>
            <pc:docMk/>
            <pc:sldMk cId="4230949774" sldId="317"/>
            <ac:picMk id="5" creationId="{64007A93-305D-63D4-BC42-D4CE8C4D7A3D}"/>
          </ac:picMkLst>
        </pc:picChg>
      </pc:sldChg>
      <pc:sldChg chg="addSp delSp modSp add mod">
        <pc:chgData name="Ankita Dutta" userId="4faf27782965e11d" providerId="LiveId" clId="{FBDBE7AF-02E0-48A7-8B04-08EE088EC0D4}" dt="2025-11-27T20:38:58.570" v="1372" actId="1440"/>
        <pc:sldMkLst>
          <pc:docMk/>
          <pc:sldMk cId="4198003733" sldId="318"/>
        </pc:sldMkLst>
        <pc:picChg chg="add mod ord">
          <ac:chgData name="Ankita Dutta" userId="4faf27782965e11d" providerId="LiveId" clId="{FBDBE7AF-02E0-48A7-8B04-08EE088EC0D4}" dt="2025-11-27T20:38:58.570" v="1372" actId="1440"/>
          <ac:picMkLst>
            <pc:docMk/>
            <pc:sldMk cId="4198003733" sldId="318"/>
            <ac:picMk id="5" creationId="{7A52AE3C-370B-2212-06D0-1B680064674E}"/>
          </ac:picMkLst>
        </pc:picChg>
      </pc:sldChg>
      <pc:sldChg chg="addSp delSp modSp add mod">
        <pc:chgData name="Ankita Dutta" userId="4faf27782965e11d" providerId="LiveId" clId="{FBDBE7AF-02E0-48A7-8B04-08EE088EC0D4}" dt="2025-11-27T20:53:31.348" v="1400" actId="1440"/>
        <pc:sldMkLst>
          <pc:docMk/>
          <pc:sldMk cId="3771078490" sldId="319"/>
        </pc:sldMkLst>
        <pc:picChg chg="add mod ord">
          <ac:chgData name="Ankita Dutta" userId="4faf27782965e11d" providerId="LiveId" clId="{FBDBE7AF-02E0-48A7-8B04-08EE088EC0D4}" dt="2025-11-27T20:53:31.348" v="1400" actId="1440"/>
          <ac:picMkLst>
            <pc:docMk/>
            <pc:sldMk cId="3771078490" sldId="319"/>
            <ac:picMk id="9" creationId="{C42BDA69-DE53-6377-E78F-BF56A0C5E2E6}"/>
          </ac:picMkLst>
        </pc:picChg>
      </pc:sldChg>
      <pc:sldChg chg="addSp delSp modSp add mod">
        <pc:chgData name="Ankita Dutta" userId="4faf27782965e11d" providerId="LiveId" clId="{FBDBE7AF-02E0-48A7-8B04-08EE088EC0D4}" dt="2025-11-27T20:59:04.013" v="1407" actId="1440"/>
        <pc:sldMkLst>
          <pc:docMk/>
          <pc:sldMk cId="512058201" sldId="320"/>
        </pc:sldMkLst>
        <pc:picChg chg="add mod ord">
          <ac:chgData name="Ankita Dutta" userId="4faf27782965e11d" providerId="LiveId" clId="{FBDBE7AF-02E0-48A7-8B04-08EE088EC0D4}" dt="2025-11-27T20:59:04.013" v="1407" actId="1440"/>
          <ac:picMkLst>
            <pc:docMk/>
            <pc:sldMk cId="512058201" sldId="320"/>
            <ac:picMk id="5" creationId="{69F89BEB-55DE-BBC8-3467-65A95D9F41B0}"/>
          </ac:picMkLst>
        </pc:picChg>
      </pc:sldChg>
      <pc:sldChg chg="addSp delSp modSp add mod">
        <pc:chgData name="Ankita Dutta" userId="4faf27782965e11d" providerId="LiveId" clId="{FBDBE7AF-02E0-48A7-8B04-08EE088EC0D4}" dt="2025-11-28T07:16:37.847" v="1434" actId="1440"/>
        <pc:sldMkLst>
          <pc:docMk/>
          <pc:sldMk cId="1235293095" sldId="321"/>
        </pc:sldMkLst>
        <pc:picChg chg="add mod ord">
          <ac:chgData name="Ankita Dutta" userId="4faf27782965e11d" providerId="LiveId" clId="{FBDBE7AF-02E0-48A7-8B04-08EE088EC0D4}" dt="2025-11-28T07:16:37.847" v="1434" actId="1440"/>
          <ac:picMkLst>
            <pc:docMk/>
            <pc:sldMk cId="1235293095" sldId="321"/>
            <ac:picMk id="5" creationId="{14C2E8F3-7C3A-8892-400E-EF7AF6051E9C}"/>
          </ac:picMkLst>
        </pc:picChg>
      </pc:sldChg>
      <pc:sldChg chg="addSp delSp modSp add mod">
        <pc:chgData name="Ankita Dutta" userId="4faf27782965e11d" providerId="LiveId" clId="{FBDBE7AF-02E0-48A7-8B04-08EE088EC0D4}" dt="2025-11-28T07:27:37.719" v="1441" actId="1440"/>
        <pc:sldMkLst>
          <pc:docMk/>
          <pc:sldMk cId="4047085613" sldId="322"/>
        </pc:sldMkLst>
        <pc:picChg chg="add mod ord">
          <ac:chgData name="Ankita Dutta" userId="4faf27782965e11d" providerId="LiveId" clId="{FBDBE7AF-02E0-48A7-8B04-08EE088EC0D4}" dt="2025-11-28T07:27:37.719" v="1441" actId="1440"/>
          <ac:picMkLst>
            <pc:docMk/>
            <pc:sldMk cId="4047085613" sldId="322"/>
            <ac:picMk id="5" creationId="{EC19B4C9-DD1A-A015-F929-D3CD33F80455}"/>
          </ac:picMkLst>
        </pc:picChg>
      </pc:sldChg>
      <pc:sldMasterChg chg="setBg">
        <pc:chgData name="Ankita Dutta" userId="4faf27782965e11d" providerId="LiveId" clId="{FBDBE7AF-02E0-48A7-8B04-08EE088EC0D4}" dt="2025-11-25T19:16:46.901" v="1095"/>
        <pc:sldMasterMkLst>
          <pc:docMk/>
          <pc:sldMasterMk cId="1590099469" sldId="2147484237"/>
        </pc:sldMasterMkLst>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13F5C1-D9E9-4A18-A8B5-C98FEE11945A}"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1229859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13F5C1-D9E9-4A18-A8B5-C98FEE11945A}"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118721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13F5C1-D9E9-4A18-A8B5-C98FEE11945A}"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3280486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9213F5C1-D9E9-4A18-A8B5-C98FEE11945A}" type="datetimeFigureOut">
              <a:rPr lang="en-US" smtClean="0"/>
              <a:t>12/6/2025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331124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9213F5C1-D9E9-4A18-A8B5-C98FEE11945A}" type="datetimeFigureOut">
              <a:rPr lang="en-US" smtClean="0"/>
              <a:t>12/6/2025</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872151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9213F5C1-D9E9-4A18-A8B5-C98FEE11945A}" type="datetimeFigureOut">
              <a:rPr lang="en-US" smtClean="0"/>
              <a:t>12/6/2025</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4231690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213F5C1-D9E9-4A18-A8B5-C98FEE11945A}"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4064298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9213F5C1-D9E9-4A18-A8B5-C98FEE11945A}" type="datetimeFigureOut">
              <a:rPr lang="en-US" smtClean="0"/>
              <a:t>12/6/2025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1424064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9213F5C1-D9E9-4A18-A8B5-C98FEE11945A}" type="datetimeFigureOut">
              <a:rPr lang="en-US" smtClean="0"/>
              <a:t>12/6/2025</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2885134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13F5C1-D9E9-4A18-A8B5-C98FEE11945A}"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710061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13F5C1-D9E9-4A18-A8B5-C98FEE11945A}"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C63F2F-91DE-48A6-AD62-72CB3340F36D}" type="slidenum">
              <a:rPr lang="en-US" smtClean="0"/>
              <a:t>‹#›</a:t>
            </a:fld>
            <a:endParaRPr lang="en-US"/>
          </a:p>
        </p:txBody>
      </p:sp>
    </p:spTree>
    <p:extLst>
      <p:ext uri="{BB962C8B-B14F-4D97-AF65-F5344CB8AC3E}">
        <p14:creationId xmlns:p14="http://schemas.microsoft.com/office/powerpoint/2010/main" val="3288393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9213F5C1-D9E9-4A18-A8B5-C98FEE11945A}" type="datetimeFigureOut">
              <a:rPr lang="en-US" smtClean="0"/>
              <a:t>12/6/2025</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5CC63F2F-91DE-48A6-AD62-72CB3340F36D}" type="slidenum">
              <a:rPr lang="en-US" smtClean="0"/>
              <a:t>‹#›</a:t>
            </a:fld>
            <a:endParaRPr lang="en-US"/>
          </a:p>
        </p:txBody>
      </p:sp>
    </p:spTree>
    <p:extLst>
      <p:ext uri="{BB962C8B-B14F-4D97-AF65-F5344CB8AC3E}">
        <p14:creationId xmlns:p14="http://schemas.microsoft.com/office/powerpoint/2010/main" val="1515334716"/>
      </p:ext>
    </p:extLst>
  </p:cSld>
  <p:clrMap bg1="lt1" tx1="dk1" bg2="lt2" tx2="dk2" accent1="accent1" accent2="accent2" accent3="accent3" accent4="accent4" accent5="accent5" accent6="accent6" hlink="hlink" folHlink="folHlink"/>
  <p:sldLayoutIdLst>
    <p:sldLayoutId id="2147484262" r:id="rId1"/>
    <p:sldLayoutId id="2147484263" r:id="rId2"/>
    <p:sldLayoutId id="2147484264" r:id="rId3"/>
    <p:sldLayoutId id="2147484265" r:id="rId4"/>
    <p:sldLayoutId id="2147484266" r:id="rId5"/>
    <p:sldLayoutId id="2147484267" r:id="rId6"/>
    <p:sldLayoutId id="2147484268" r:id="rId7"/>
    <p:sldLayoutId id="2147484269" r:id="rId8"/>
    <p:sldLayoutId id="2147484270" r:id="rId9"/>
    <p:sldLayoutId id="2147484271" r:id="rId10"/>
    <p:sldLayoutId id="2147484272"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mailto:duttankita.0000@gmail.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E5D9F-7E80-5356-AB00-6D160A5330B4}"/>
              </a:ext>
            </a:extLst>
          </p:cNvPr>
          <p:cNvSpPr>
            <a:spLocks noGrp="1"/>
          </p:cNvSpPr>
          <p:nvPr>
            <p:ph type="ctrTitle"/>
          </p:nvPr>
        </p:nvSpPr>
        <p:spPr/>
        <p:txBody>
          <a:bodyPr>
            <a:normAutofit/>
          </a:bodyPr>
          <a:lstStyle/>
          <a:p>
            <a:r>
              <a:rPr lang="en-US" dirty="0"/>
              <a:t>RETAIL ANALYTICS CASE STUDY</a:t>
            </a:r>
          </a:p>
        </p:txBody>
      </p:sp>
      <p:sp>
        <p:nvSpPr>
          <p:cNvPr id="3" name="Subtitle 2">
            <a:extLst>
              <a:ext uri="{FF2B5EF4-FFF2-40B4-BE49-F238E27FC236}">
                <a16:creationId xmlns:a16="http://schemas.microsoft.com/office/drawing/2014/main" id="{FC9EC8DC-DC46-5DAF-8626-DCE1217D3304}"/>
              </a:ext>
            </a:extLst>
          </p:cNvPr>
          <p:cNvSpPr>
            <a:spLocks noGrp="1"/>
          </p:cNvSpPr>
          <p:nvPr>
            <p:ph type="subTitle" idx="1"/>
          </p:nvPr>
        </p:nvSpPr>
        <p:spPr/>
        <p:txBody>
          <a:bodyPr/>
          <a:lstStyle/>
          <a:p>
            <a:r>
              <a:rPr lang="en-US" dirty="0"/>
              <a:t>A MySQL Project 	</a:t>
            </a:r>
          </a:p>
        </p:txBody>
      </p:sp>
    </p:spTree>
    <p:extLst>
      <p:ext uri="{BB962C8B-B14F-4D97-AF65-F5344CB8AC3E}">
        <p14:creationId xmlns:p14="http://schemas.microsoft.com/office/powerpoint/2010/main" val="308667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983CC-D043-0E1E-C2D8-6C3C9C9FCF77}"/>
              </a:ext>
            </a:extLst>
          </p:cNvPr>
          <p:cNvSpPr>
            <a:spLocks noGrp="1"/>
          </p:cNvSpPr>
          <p:nvPr>
            <p:ph type="title"/>
          </p:nvPr>
        </p:nvSpPr>
        <p:spPr/>
        <p:txBody>
          <a:bodyPr/>
          <a:lstStyle/>
          <a:p>
            <a:r>
              <a:rPr lang="en-US" dirty="0"/>
              <a:t>Business Problem</a:t>
            </a:r>
          </a:p>
        </p:txBody>
      </p:sp>
      <p:sp>
        <p:nvSpPr>
          <p:cNvPr id="3" name="Content Placeholder 2">
            <a:extLst>
              <a:ext uri="{FF2B5EF4-FFF2-40B4-BE49-F238E27FC236}">
                <a16:creationId xmlns:a16="http://schemas.microsoft.com/office/drawing/2014/main" id="{A3C98EE6-C5A8-F9D1-CB23-23088F6A9A4A}"/>
              </a:ext>
            </a:extLst>
          </p:cNvPr>
          <p:cNvSpPr>
            <a:spLocks noGrp="1"/>
          </p:cNvSpPr>
          <p:nvPr>
            <p:ph idx="1"/>
          </p:nvPr>
        </p:nvSpPr>
        <p:spPr/>
        <p:txBody>
          <a:bodyPr>
            <a:normAutofit/>
          </a:bodyPr>
          <a:lstStyle/>
          <a:p>
            <a:r>
              <a:rPr lang="en-US" sz="1800" dirty="0"/>
              <a:t>The retail company has observed stagnant growth and declining customer engagement metrics over the past quarters. Initial assessments indicate potential issues in product performance variability, ineffective customer segmentation, and lack of insights into customer purchasing behavior. The company seeks to leverage its sales transaction data, customer profiles, and product inventory information to address the following key business problems: </a:t>
            </a:r>
          </a:p>
          <a:p>
            <a:pPr lvl="2">
              <a:buFont typeface="Wingdings" panose="05000000000000000000" pitchFamily="2" charset="2"/>
              <a:buChar char="v"/>
            </a:pPr>
            <a:r>
              <a:rPr lang="en-US" sz="1800" u="sng" dirty="0"/>
              <a:t>Product Performance Variability</a:t>
            </a:r>
            <a:r>
              <a:rPr lang="en-US" sz="1800" dirty="0"/>
              <a:t>: Identifying which products are performing well in terms of sales and which are not. This insight is crucial for inventory management and marketing focus.</a:t>
            </a:r>
          </a:p>
          <a:p>
            <a:pPr lvl="2">
              <a:buFont typeface="Wingdings" panose="05000000000000000000" pitchFamily="2" charset="2"/>
              <a:buChar char="v"/>
            </a:pPr>
            <a:r>
              <a:rPr lang="en-US" sz="1800" u="sng" dirty="0"/>
              <a:t>Customer Segmentation</a:t>
            </a:r>
            <a:r>
              <a:rPr lang="en-US" sz="1800" dirty="0"/>
              <a:t>: The company lacks a clear understanding of its customer base segmentation. Effective segmentation is essential for targeted marketing and enhancing customer satisfaction.</a:t>
            </a:r>
          </a:p>
          <a:p>
            <a:pPr lvl="2">
              <a:buFont typeface="Wingdings" panose="05000000000000000000" pitchFamily="2" charset="2"/>
              <a:buChar char="v"/>
            </a:pPr>
            <a:r>
              <a:rPr lang="en-US" sz="1800" u="sng" dirty="0"/>
              <a:t>Customer Behavior Analysis</a:t>
            </a:r>
            <a:r>
              <a:rPr lang="en-US" sz="1800" dirty="0"/>
              <a:t>: Understanding patterns in customer behavior, including repeat purchases and loyalty indicators, is critical for tailoring customer engagement strategies and improving retention rates.</a:t>
            </a:r>
          </a:p>
        </p:txBody>
      </p:sp>
    </p:spTree>
    <p:extLst>
      <p:ext uri="{BB962C8B-B14F-4D97-AF65-F5344CB8AC3E}">
        <p14:creationId xmlns:p14="http://schemas.microsoft.com/office/powerpoint/2010/main" val="2666983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AA78D-419D-BAC6-70E1-82320100D309}"/>
              </a:ext>
            </a:extLst>
          </p:cNvPr>
          <p:cNvSpPr>
            <a:spLocks noGrp="1"/>
          </p:cNvSpPr>
          <p:nvPr>
            <p:ph type="title"/>
          </p:nvPr>
        </p:nvSpPr>
        <p:spPr/>
        <p:txBody>
          <a:bodyPr/>
          <a:lstStyle/>
          <a:p>
            <a:r>
              <a:rPr lang="en-US" dirty="0"/>
              <a:t>Problem 1: Remove Duplicates</a:t>
            </a:r>
          </a:p>
        </p:txBody>
      </p:sp>
      <p:sp>
        <p:nvSpPr>
          <p:cNvPr id="3" name="Content Placeholder 2">
            <a:extLst>
              <a:ext uri="{FF2B5EF4-FFF2-40B4-BE49-F238E27FC236}">
                <a16:creationId xmlns:a16="http://schemas.microsoft.com/office/drawing/2014/main" id="{EE3B2CD9-9B33-6260-9324-879B97E123AD}"/>
              </a:ext>
            </a:extLst>
          </p:cNvPr>
          <p:cNvSpPr>
            <a:spLocks noGrp="1"/>
          </p:cNvSpPr>
          <p:nvPr>
            <p:ph idx="1"/>
          </p:nvPr>
        </p:nvSpPr>
        <p:spPr/>
        <p:txBody>
          <a:bodyPr>
            <a:normAutofit/>
          </a:bodyPr>
          <a:lstStyle/>
          <a:p>
            <a:r>
              <a:rPr lang="en-US" sz="1800" dirty="0"/>
              <a:t>Write a query to identify the number of duplicates in "</a:t>
            </a:r>
            <a:r>
              <a:rPr lang="en-US" sz="1800" dirty="0" err="1"/>
              <a:t>sales_transaction</a:t>
            </a:r>
            <a:r>
              <a:rPr lang="en-US" sz="1800" dirty="0"/>
              <a:t>" table. Also, create a separate table containing the unique values and remove the original table from the databases and replace the name of the new table with the original name.</a:t>
            </a:r>
          </a:p>
        </p:txBody>
      </p:sp>
    </p:spTree>
    <p:extLst>
      <p:ext uri="{BB962C8B-B14F-4D97-AF65-F5344CB8AC3E}">
        <p14:creationId xmlns:p14="http://schemas.microsoft.com/office/powerpoint/2010/main" val="1820179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351F6-91FA-E0DA-A81D-D8A6BC8C85F6}"/>
              </a:ext>
            </a:extLst>
          </p:cNvPr>
          <p:cNvSpPr>
            <a:spLocks noGrp="1"/>
          </p:cNvSpPr>
          <p:nvPr>
            <p:ph type="title"/>
          </p:nvPr>
        </p:nvSpPr>
        <p:spPr/>
        <p:txBody>
          <a:bodyPr/>
          <a:lstStyle/>
          <a:p>
            <a:r>
              <a:rPr lang="en-US" dirty="0"/>
              <a:t>Solution: </a:t>
            </a:r>
          </a:p>
        </p:txBody>
      </p:sp>
      <p:pic>
        <p:nvPicPr>
          <p:cNvPr id="12" name="Content Placeholder 11">
            <a:extLst>
              <a:ext uri="{FF2B5EF4-FFF2-40B4-BE49-F238E27FC236}">
                <a16:creationId xmlns:a16="http://schemas.microsoft.com/office/drawing/2014/main" id="{866D4522-968F-521A-EA3E-70BF9EA01A69}"/>
              </a:ext>
            </a:extLst>
          </p:cNvPr>
          <p:cNvPicPr>
            <a:picLocks noGrp="1" noChangeAspect="1"/>
          </p:cNvPicPr>
          <p:nvPr>
            <p:ph idx="1"/>
          </p:nvPr>
        </p:nvPicPr>
        <p:blipFill>
          <a:blip r:embed="rId2"/>
          <a:stretch>
            <a:fillRect/>
          </a:stretch>
        </p:blipFill>
        <p:spPr>
          <a:xfrm>
            <a:off x="5483462" y="1404846"/>
            <a:ext cx="4105848" cy="40391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43228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C3D28-CF52-691D-4A01-4D08DFBE0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184D4-FE1B-47CE-8C00-1D7AB542E629}"/>
              </a:ext>
            </a:extLst>
          </p:cNvPr>
          <p:cNvSpPr>
            <a:spLocks noGrp="1"/>
          </p:cNvSpPr>
          <p:nvPr>
            <p:ph type="title"/>
          </p:nvPr>
        </p:nvSpPr>
        <p:spPr/>
        <p:txBody>
          <a:bodyPr/>
          <a:lstStyle/>
          <a:p>
            <a:r>
              <a:rPr lang="en-US" dirty="0"/>
              <a:t>Output: </a:t>
            </a:r>
          </a:p>
        </p:txBody>
      </p:sp>
      <p:pic>
        <p:nvPicPr>
          <p:cNvPr id="8" name="Content Placeholder 7">
            <a:extLst>
              <a:ext uri="{FF2B5EF4-FFF2-40B4-BE49-F238E27FC236}">
                <a16:creationId xmlns:a16="http://schemas.microsoft.com/office/drawing/2014/main" id="{E22FB34F-F8B7-FBDE-D572-3FBC77D119AD}"/>
              </a:ext>
            </a:extLst>
          </p:cNvPr>
          <p:cNvPicPr>
            <a:picLocks noGrp="1" noChangeAspect="1"/>
          </p:cNvPicPr>
          <p:nvPr>
            <p:ph sz="half" idx="1"/>
          </p:nvPr>
        </p:nvPicPr>
        <p:blipFill>
          <a:blip r:embed="rId2"/>
          <a:srcRect r="15231" b="15938"/>
          <a:stretch>
            <a:fillRect/>
          </a:stretch>
        </p:blipFill>
        <p:spPr>
          <a:xfrm>
            <a:off x="4134148" y="2814828"/>
            <a:ext cx="2364975" cy="12191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Content Placeholder 9">
            <a:extLst>
              <a:ext uri="{FF2B5EF4-FFF2-40B4-BE49-F238E27FC236}">
                <a16:creationId xmlns:a16="http://schemas.microsoft.com/office/drawing/2014/main" id="{061D1F3D-D215-DB7B-86F6-99143136A79D}"/>
              </a:ext>
            </a:extLst>
          </p:cNvPr>
          <p:cNvPicPr>
            <a:picLocks noGrp="1" noChangeAspect="1"/>
          </p:cNvPicPr>
          <p:nvPr>
            <p:ph sz="half" idx="2"/>
          </p:nvPr>
        </p:nvPicPr>
        <p:blipFill>
          <a:blip r:embed="rId3"/>
          <a:srcRect r="9145"/>
          <a:stretch>
            <a:fillRect/>
          </a:stretch>
        </p:blipFill>
        <p:spPr>
          <a:xfrm>
            <a:off x="6995477" y="2028246"/>
            <a:ext cx="4457045" cy="27923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00372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7638B-9D53-DA29-4A2C-337BCE0EF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9D493-E9DF-B7F8-AE4E-A71FB45B5C26}"/>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14E3F81C-0B84-9983-2442-F00463E97765}"/>
              </a:ext>
            </a:extLst>
          </p:cNvPr>
          <p:cNvSpPr>
            <a:spLocks noGrp="1"/>
          </p:cNvSpPr>
          <p:nvPr>
            <p:ph idx="1"/>
          </p:nvPr>
        </p:nvSpPr>
        <p:spPr/>
        <p:txBody>
          <a:bodyPr>
            <a:normAutofit/>
          </a:bodyPr>
          <a:lstStyle/>
          <a:p>
            <a:r>
              <a:rPr lang="en-US" sz="1600" dirty="0"/>
              <a:t>Detecting duplicate </a:t>
            </a:r>
            <a:r>
              <a:rPr lang="en-US" sz="1600" dirty="0" err="1"/>
              <a:t>TransactionIDs</a:t>
            </a:r>
            <a:r>
              <a:rPr lang="en-US" sz="1600" dirty="0"/>
              <a:t> highlights data quality issues that can affect sales accuracy.</a:t>
            </a:r>
          </a:p>
          <a:p>
            <a:r>
              <a:rPr lang="en-US" sz="1600" dirty="0"/>
              <a:t>Creating a unique-only table ensures the data is clean, consistent, and reliable for reporting.</a:t>
            </a:r>
          </a:p>
          <a:p>
            <a:r>
              <a:rPr lang="en-US" sz="1600" dirty="0"/>
              <a:t>Removing duplicates prevents inflated figures and misleading analytics.</a:t>
            </a:r>
          </a:p>
          <a:p>
            <a:r>
              <a:rPr lang="en-US" sz="1600" dirty="0"/>
              <a:t>Replacing the old table with the cleaned version preserves database integrity without disrupting existing reports.</a:t>
            </a:r>
          </a:p>
          <a:p>
            <a:r>
              <a:rPr lang="en-US" sz="1600" dirty="0"/>
              <a:t>The approach provides a repeatable workflow for improving data governance across other tables.</a:t>
            </a:r>
          </a:p>
        </p:txBody>
      </p:sp>
    </p:spTree>
    <p:extLst>
      <p:ext uri="{BB962C8B-B14F-4D97-AF65-F5344CB8AC3E}">
        <p14:creationId xmlns:p14="http://schemas.microsoft.com/office/powerpoint/2010/main" val="3481659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A2DC4-6AB3-EC13-5C36-920D88A53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79BD5-090B-0058-3BAE-06DF71E3DD2C}"/>
              </a:ext>
            </a:extLst>
          </p:cNvPr>
          <p:cNvSpPr>
            <a:spLocks noGrp="1"/>
          </p:cNvSpPr>
          <p:nvPr>
            <p:ph type="title"/>
          </p:nvPr>
        </p:nvSpPr>
        <p:spPr/>
        <p:txBody>
          <a:bodyPr/>
          <a:lstStyle/>
          <a:p>
            <a:r>
              <a:rPr lang="en-US" dirty="0"/>
              <a:t>Problem 2: Fix Incorrect Prices</a:t>
            </a:r>
          </a:p>
        </p:txBody>
      </p:sp>
      <p:sp>
        <p:nvSpPr>
          <p:cNvPr id="3" name="Content Placeholder 2">
            <a:extLst>
              <a:ext uri="{FF2B5EF4-FFF2-40B4-BE49-F238E27FC236}">
                <a16:creationId xmlns:a16="http://schemas.microsoft.com/office/drawing/2014/main" id="{9BA83633-51B0-BBA7-6D5C-36E47C1F90C6}"/>
              </a:ext>
            </a:extLst>
          </p:cNvPr>
          <p:cNvSpPr>
            <a:spLocks noGrp="1"/>
          </p:cNvSpPr>
          <p:nvPr>
            <p:ph idx="1"/>
          </p:nvPr>
        </p:nvSpPr>
        <p:spPr/>
        <p:txBody>
          <a:bodyPr>
            <a:normAutofit/>
          </a:bodyPr>
          <a:lstStyle/>
          <a:p>
            <a:r>
              <a:rPr lang="en-US" sz="1800" dirty="0"/>
              <a:t>Write a query to identify the discrepancies in the price of the same product in "</a:t>
            </a:r>
            <a:r>
              <a:rPr lang="en-US" sz="1800" dirty="0" err="1"/>
              <a:t>sales_transaction</a:t>
            </a:r>
            <a:r>
              <a:rPr lang="en-US" sz="1800" dirty="0"/>
              <a:t>" and "</a:t>
            </a:r>
            <a:r>
              <a:rPr lang="en-US" sz="1800" dirty="0" err="1"/>
              <a:t>product_inventory</a:t>
            </a:r>
            <a:r>
              <a:rPr lang="en-US" sz="1800" dirty="0"/>
              <a:t>" tables. Also, update those discrepancies to match the price in both the tables.</a:t>
            </a:r>
          </a:p>
        </p:txBody>
      </p:sp>
    </p:spTree>
    <p:extLst>
      <p:ext uri="{BB962C8B-B14F-4D97-AF65-F5344CB8AC3E}">
        <p14:creationId xmlns:p14="http://schemas.microsoft.com/office/powerpoint/2010/main" val="4128020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AB570-5BCA-B0ED-4109-E8F27D5D97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EAC65-446B-6D3E-8152-DA616C65CC3D}"/>
              </a:ext>
            </a:extLst>
          </p:cNvPr>
          <p:cNvSpPr>
            <a:spLocks noGrp="1"/>
          </p:cNvSpPr>
          <p:nvPr>
            <p:ph type="title"/>
          </p:nvPr>
        </p:nvSpPr>
        <p:spPr/>
        <p:txBody>
          <a:bodyPr/>
          <a:lstStyle/>
          <a:p>
            <a:r>
              <a:rPr lang="en-US" dirty="0"/>
              <a:t>Solution: </a:t>
            </a:r>
          </a:p>
        </p:txBody>
      </p:sp>
      <p:pic>
        <p:nvPicPr>
          <p:cNvPr id="7" name="Content Placeholder 6">
            <a:extLst>
              <a:ext uri="{FF2B5EF4-FFF2-40B4-BE49-F238E27FC236}">
                <a16:creationId xmlns:a16="http://schemas.microsoft.com/office/drawing/2014/main" id="{E8D7CD2B-096C-5FD0-5ABF-1A4771A1AB33}"/>
              </a:ext>
            </a:extLst>
          </p:cNvPr>
          <p:cNvPicPr>
            <a:picLocks noGrp="1" noChangeAspect="1"/>
          </p:cNvPicPr>
          <p:nvPr>
            <p:ph idx="1"/>
          </p:nvPr>
        </p:nvPicPr>
        <p:blipFill>
          <a:blip r:embed="rId2"/>
          <a:stretch>
            <a:fillRect/>
          </a:stretch>
        </p:blipFill>
        <p:spPr>
          <a:xfrm>
            <a:off x="5034551" y="1123837"/>
            <a:ext cx="4908513" cy="46011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28860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F6FB8-E523-FAC1-C450-31B0C3199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4E2AB-7804-EB5F-C6A4-1C578E0B4233}"/>
              </a:ext>
            </a:extLst>
          </p:cNvPr>
          <p:cNvSpPr>
            <a:spLocks noGrp="1"/>
          </p:cNvSpPr>
          <p:nvPr>
            <p:ph type="title"/>
          </p:nvPr>
        </p:nvSpPr>
        <p:spPr/>
        <p:txBody>
          <a:bodyPr/>
          <a:lstStyle/>
          <a:p>
            <a:r>
              <a:rPr lang="en-US" dirty="0"/>
              <a:t>Output: </a:t>
            </a:r>
          </a:p>
        </p:txBody>
      </p:sp>
      <p:pic>
        <p:nvPicPr>
          <p:cNvPr id="9" name="Content Placeholder 8">
            <a:extLst>
              <a:ext uri="{FF2B5EF4-FFF2-40B4-BE49-F238E27FC236}">
                <a16:creationId xmlns:a16="http://schemas.microsoft.com/office/drawing/2014/main" id="{6C7703CB-F601-A197-3B27-F11DC2E18673}"/>
              </a:ext>
            </a:extLst>
          </p:cNvPr>
          <p:cNvPicPr>
            <a:picLocks noGrp="1" noChangeAspect="1"/>
          </p:cNvPicPr>
          <p:nvPr>
            <p:ph sz="half" idx="1"/>
          </p:nvPr>
        </p:nvPicPr>
        <p:blipFill>
          <a:blip r:embed="rId2"/>
          <a:srcRect r="19572"/>
          <a:stretch>
            <a:fillRect/>
          </a:stretch>
        </p:blipFill>
        <p:spPr>
          <a:xfrm>
            <a:off x="4166750" y="1738227"/>
            <a:ext cx="2794907" cy="3372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Content Placeholder 15">
            <a:extLst>
              <a:ext uri="{FF2B5EF4-FFF2-40B4-BE49-F238E27FC236}">
                <a16:creationId xmlns:a16="http://schemas.microsoft.com/office/drawing/2014/main" id="{A1F322EA-5622-D23B-02FF-6E665ADF2E77}"/>
              </a:ext>
            </a:extLst>
          </p:cNvPr>
          <p:cNvPicPr>
            <a:picLocks noGrp="1" noChangeAspect="1"/>
          </p:cNvPicPr>
          <p:nvPr>
            <p:ph sz="half" idx="2"/>
          </p:nvPr>
        </p:nvPicPr>
        <p:blipFill>
          <a:blip r:embed="rId3"/>
          <a:stretch>
            <a:fillRect/>
          </a:stretch>
        </p:blipFill>
        <p:spPr>
          <a:xfrm>
            <a:off x="7355393" y="1816150"/>
            <a:ext cx="3991626" cy="32165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94792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777EB-69B7-978A-E10F-04A1D9FCE3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F3D12-016C-069F-D4EA-377F5F1B0C23}"/>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B288CBC5-9016-9E7A-689A-6449C7944146}"/>
              </a:ext>
            </a:extLst>
          </p:cNvPr>
          <p:cNvSpPr>
            <a:spLocks noGrp="1"/>
          </p:cNvSpPr>
          <p:nvPr>
            <p:ph idx="1"/>
          </p:nvPr>
        </p:nvSpPr>
        <p:spPr/>
        <p:txBody>
          <a:bodyPr/>
          <a:lstStyle/>
          <a:p>
            <a:r>
              <a:rPr lang="en-US" sz="1600" dirty="0"/>
              <a:t>The solution identifies mismatched prices between sales records and inventory, revealing pricing inconsistencies in the data.</a:t>
            </a:r>
          </a:p>
          <a:p>
            <a:r>
              <a:rPr lang="en-US" sz="1600" dirty="0"/>
              <a:t>By comparing both tables, it pinpoints transactions with incorrect or outdated prices.</a:t>
            </a:r>
          </a:p>
          <a:p>
            <a:r>
              <a:rPr lang="en-US" sz="1600" dirty="0"/>
              <a:t>Updating the sales table ensures prices match the accurate inventory values, improving data accuracy.</a:t>
            </a:r>
          </a:p>
          <a:p>
            <a:r>
              <a:rPr lang="en-US" sz="1600" dirty="0"/>
              <a:t>This prevents errors in revenue, profit, and financial reporting.</a:t>
            </a:r>
          </a:p>
          <a:p>
            <a:r>
              <a:rPr lang="en-US" sz="1600" dirty="0"/>
              <a:t>The process demonstrates a clear approach to detecting and correcting data inconsistencies.</a:t>
            </a:r>
            <a:endParaRPr lang="en-US" dirty="0"/>
          </a:p>
        </p:txBody>
      </p:sp>
    </p:spTree>
    <p:extLst>
      <p:ext uri="{BB962C8B-B14F-4D97-AF65-F5344CB8AC3E}">
        <p14:creationId xmlns:p14="http://schemas.microsoft.com/office/powerpoint/2010/main" val="546414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E3508-71BC-BCF1-8B65-261539089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05288-F997-3724-1E38-4A005C91283A}"/>
              </a:ext>
            </a:extLst>
          </p:cNvPr>
          <p:cNvSpPr>
            <a:spLocks noGrp="1"/>
          </p:cNvSpPr>
          <p:nvPr>
            <p:ph type="title"/>
          </p:nvPr>
        </p:nvSpPr>
        <p:spPr/>
        <p:txBody>
          <a:bodyPr/>
          <a:lstStyle/>
          <a:p>
            <a:r>
              <a:rPr lang="en-US" dirty="0"/>
              <a:t>Problem 3: Fixing Null Values</a:t>
            </a:r>
          </a:p>
        </p:txBody>
      </p:sp>
      <p:sp>
        <p:nvSpPr>
          <p:cNvPr id="3" name="Content Placeholder 2">
            <a:extLst>
              <a:ext uri="{FF2B5EF4-FFF2-40B4-BE49-F238E27FC236}">
                <a16:creationId xmlns:a16="http://schemas.microsoft.com/office/drawing/2014/main" id="{A4D862C3-8746-87E3-C5F1-61F689D8CB81}"/>
              </a:ext>
            </a:extLst>
          </p:cNvPr>
          <p:cNvSpPr>
            <a:spLocks noGrp="1"/>
          </p:cNvSpPr>
          <p:nvPr>
            <p:ph idx="1"/>
          </p:nvPr>
        </p:nvSpPr>
        <p:spPr/>
        <p:txBody>
          <a:bodyPr>
            <a:normAutofit/>
          </a:bodyPr>
          <a:lstStyle/>
          <a:p>
            <a:r>
              <a:rPr lang="en-US" sz="1800" dirty="0"/>
              <a:t>Write a SQL query to identify the null values in the dataset and replace them with “Unknown”.</a:t>
            </a:r>
          </a:p>
        </p:txBody>
      </p:sp>
    </p:spTree>
    <p:extLst>
      <p:ext uri="{BB962C8B-B14F-4D97-AF65-F5344CB8AC3E}">
        <p14:creationId xmlns:p14="http://schemas.microsoft.com/office/powerpoint/2010/main" val="170514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D4C11-6FD8-10C0-53A1-FCF8A67E9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4A45F-405D-5EAF-C35C-343379721482}"/>
              </a:ext>
            </a:extLst>
          </p:cNvPr>
          <p:cNvSpPr>
            <a:spLocks noGrp="1"/>
          </p:cNvSpPr>
          <p:nvPr>
            <p:ph type="title"/>
          </p:nvPr>
        </p:nvSpPr>
        <p:spPr/>
        <p:txBody>
          <a:bodyPr/>
          <a:lstStyle/>
          <a:p>
            <a:r>
              <a:rPr lang="en-US" dirty="0"/>
              <a:t>Solution: </a:t>
            </a:r>
          </a:p>
        </p:txBody>
      </p:sp>
      <p:pic>
        <p:nvPicPr>
          <p:cNvPr id="9" name="Content Placeholder 8">
            <a:extLst>
              <a:ext uri="{FF2B5EF4-FFF2-40B4-BE49-F238E27FC236}">
                <a16:creationId xmlns:a16="http://schemas.microsoft.com/office/drawing/2014/main" id="{1F2F2349-7FFA-8766-60EA-6BCA0C3B2A8A}"/>
              </a:ext>
            </a:extLst>
          </p:cNvPr>
          <p:cNvPicPr>
            <a:picLocks noGrp="1" noChangeAspect="1"/>
          </p:cNvPicPr>
          <p:nvPr>
            <p:ph idx="1"/>
          </p:nvPr>
        </p:nvPicPr>
        <p:blipFill>
          <a:blip r:embed="rId2"/>
          <a:stretch>
            <a:fillRect/>
          </a:stretch>
        </p:blipFill>
        <p:spPr>
          <a:xfrm>
            <a:off x="5206870" y="2255025"/>
            <a:ext cx="4717843" cy="23479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85046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3CEBB-18C3-D2CF-601B-DB2C2A1F5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8C64C-80A1-C943-1886-CDBFFF304A91}"/>
              </a:ext>
            </a:extLst>
          </p:cNvPr>
          <p:cNvSpPr>
            <a:spLocks noGrp="1"/>
          </p:cNvSpPr>
          <p:nvPr>
            <p:ph type="title"/>
          </p:nvPr>
        </p:nvSpPr>
        <p:spPr/>
        <p:txBody>
          <a:bodyPr/>
          <a:lstStyle/>
          <a:p>
            <a:r>
              <a:rPr lang="en-US" dirty="0"/>
              <a:t>Output: </a:t>
            </a:r>
          </a:p>
        </p:txBody>
      </p:sp>
      <p:pic>
        <p:nvPicPr>
          <p:cNvPr id="9" name="Content Placeholder 8">
            <a:extLst>
              <a:ext uri="{FF2B5EF4-FFF2-40B4-BE49-F238E27FC236}">
                <a16:creationId xmlns:a16="http://schemas.microsoft.com/office/drawing/2014/main" id="{2ADD26D1-B231-111C-B22A-078AAF44943C}"/>
              </a:ext>
            </a:extLst>
          </p:cNvPr>
          <p:cNvPicPr>
            <a:picLocks noGrp="1" noChangeAspect="1"/>
          </p:cNvPicPr>
          <p:nvPr>
            <p:ph idx="1"/>
          </p:nvPr>
        </p:nvPicPr>
        <p:blipFill>
          <a:blip r:embed="rId2"/>
          <a:stretch>
            <a:fillRect/>
          </a:stretch>
        </p:blipFill>
        <p:spPr>
          <a:xfrm>
            <a:off x="5644888" y="956918"/>
            <a:ext cx="3762900" cy="49346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9962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4FF87-2F86-E0EF-CCAC-45251FAA7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AE386-5B0C-5F0E-BCAA-20488E1147D1}"/>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31610807-AA53-8C89-0642-589E78E22DE4}"/>
              </a:ext>
            </a:extLst>
          </p:cNvPr>
          <p:cNvSpPr>
            <a:spLocks noGrp="1"/>
          </p:cNvSpPr>
          <p:nvPr>
            <p:ph idx="1"/>
          </p:nvPr>
        </p:nvSpPr>
        <p:spPr/>
        <p:txBody>
          <a:bodyPr>
            <a:normAutofit/>
          </a:bodyPr>
          <a:lstStyle/>
          <a:p>
            <a:r>
              <a:rPr lang="en-US" sz="1600" dirty="0"/>
              <a:t>Identified missing Location values using IS NULL or empty strings.</a:t>
            </a:r>
          </a:p>
          <a:p>
            <a:r>
              <a:rPr lang="en-US" sz="1600" dirty="0"/>
              <a:t>Replaced all missing entries with “Unknown” to improve data consistency.</a:t>
            </a:r>
          </a:p>
          <a:p>
            <a:r>
              <a:rPr lang="en-US" sz="1600" dirty="0"/>
              <a:t>Ensures accurate analysis since NULL values can distort counts and groupings.</a:t>
            </a:r>
          </a:p>
          <a:p>
            <a:r>
              <a:rPr lang="en-US" sz="1600" dirty="0"/>
              <a:t>Standardized missing data helps cleaner reporting and easier querying.</a:t>
            </a:r>
          </a:p>
          <a:p>
            <a:r>
              <a:rPr lang="en-US" sz="1600" dirty="0"/>
              <a:t>Supports better decision-making by clearly showing how many records lack valid location info.</a:t>
            </a:r>
          </a:p>
        </p:txBody>
      </p:sp>
    </p:spTree>
    <p:extLst>
      <p:ext uri="{BB962C8B-B14F-4D97-AF65-F5344CB8AC3E}">
        <p14:creationId xmlns:p14="http://schemas.microsoft.com/office/powerpoint/2010/main" val="1376304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B3541-D486-FD2C-0722-2A22CDB90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1C200-3F99-36FA-A78A-60D7F31B88B4}"/>
              </a:ext>
            </a:extLst>
          </p:cNvPr>
          <p:cNvSpPr>
            <a:spLocks noGrp="1"/>
          </p:cNvSpPr>
          <p:nvPr>
            <p:ph type="title"/>
          </p:nvPr>
        </p:nvSpPr>
        <p:spPr/>
        <p:txBody>
          <a:bodyPr/>
          <a:lstStyle/>
          <a:p>
            <a:r>
              <a:rPr lang="en-US" dirty="0"/>
              <a:t>Problem 4: Cleaning Date</a:t>
            </a:r>
          </a:p>
        </p:txBody>
      </p:sp>
      <p:sp>
        <p:nvSpPr>
          <p:cNvPr id="3" name="Content Placeholder 2">
            <a:extLst>
              <a:ext uri="{FF2B5EF4-FFF2-40B4-BE49-F238E27FC236}">
                <a16:creationId xmlns:a16="http://schemas.microsoft.com/office/drawing/2014/main" id="{C7829EED-3961-3494-E62F-EDA983257729}"/>
              </a:ext>
            </a:extLst>
          </p:cNvPr>
          <p:cNvSpPr>
            <a:spLocks noGrp="1"/>
          </p:cNvSpPr>
          <p:nvPr>
            <p:ph idx="1"/>
          </p:nvPr>
        </p:nvSpPr>
        <p:spPr/>
        <p:txBody>
          <a:bodyPr>
            <a:normAutofit/>
          </a:bodyPr>
          <a:lstStyle/>
          <a:p>
            <a:r>
              <a:rPr lang="en-US" sz="1800" dirty="0"/>
              <a:t>Write a SQL query to clean the DATE column in the dataset.</a:t>
            </a:r>
          </a:p>
        </p:txBody>
      </p:sp>
    </p:spTree>
    <p:extLst>
      <p:ext uri="{BB962C8B-B14F-4D97-AF65-F5344CB8AC3E}">
        <p14:creationId xmlns:p14="http://schemas.microsoft.com/office/powerpoint/2010/main" val="2899680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DBFF0-3017-5093-75C7-360DD990A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F21CA-BAF6-1483-5B40-09126F683EBF}"/>
              </a:ext>
            </a:extLst>
          </p:cNvPr>
          <p:cNvSpPr>
            <a:spLocks noGrp="1"/>
          </p:cNvSpPr>
          <p:nvPr>
            <p:ph type="title"/>
          </p:nvPr>
        </p:nvSpPr>
        <p:spPr/>
        <p:txBody>
          <a:bodyPr/>
          <a:lstStyle/>
          <a:p>
            <a:r>
              <a:rPr lang="en-US" dirty="0"/>
              <a:t>Solution: </a:t>
            </a:r>
          </a:p>
        </p:txBody>
      </p:sp>
      <p:pic>
        <p:nvPicPr>
          <p:cNvPr id="11" name="Content Placeholder 10">
            <a:extLst>
              <a:ext uri="{FF2B5EF4-FFF2-40B4-BE49-F238E27FC236}">
                <a16:creationId xmlns:a16="http://schemas.microsoft.com/office/drawing/2014/main" id="{1EA4B613-83A3-46F7-D2CD-E30B5954BA95}"/>
              </a:ext>
            </a:extLst>
          </p:cNvPr>
          <p:cNvPicPr>
            <a:picLocks noGrp="1" noChangeAspect="1"/>
          </p:cNvPicPr>
          <p:nvPr>
            <p:ph idx="1"/>
          </p:nvPr>
        </p:nvPicPr>
        <p:blipFill>
          <a:blip r:embed="rId2"/>
          <a:stretch>
            <a:fillRect/>
          </a:stretch>
        </p:blipFill>
        <p:spPr>
          <a:xfrm>
            <a:off x="4173070" y="1771419"/>
            <a:ext cx="6706536" cy="33056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20908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8584C-D234-DCC1-6AFB-B8A44960A0F9}"/>
              </a:ext>
            </a:extLst>
          </p:cNvPr>
          <p:cNvSpPr>
            <a:spLocks noGrp="1"/>
          </p:cNvSpPr>
          <p:nvPr>
            <p:ph type="title"/>
          </p:nvPr>
        </p:nvSpPr>
        <p:spPr/>
        <p:txBody>
          <a:bodyPr/>
          <a:lstStyle/>
          <a:p>
            <a:r>
              <a:rPr lang="en-US" dirty="0"/>
              <a:t>Output:</a:t>
            </a:r>
          </a:p>
        </p:txBody>
      </p:sp>
      <p:pic>
        <p:nvPicPr>
          <p:cNvPr id="7" name="Content Placeholder 6">
            <a:extLst>
              <a:ext uri="{FF2B5EF4-FFF2-40B4-BE49-F238E27FC236}">
                <a16:creationId xmlns:a16="http://schemas.microsoft.com/office/drawing/2014/main" id="{6BEEEBF2-574F-0006-E579-3139032955F3}"/>
              </a:ext>
            </a:extLst>
          </p:cNvPr>
          <p:cNvPicPr>
            <a:picLocks noGrp="1" noChangeAspect="1"/>
          </p:cNvPicPr>
          <p:nvPr>
            <p:ph idx="1"/>
          </p:nvPr>
        </p:nvPicPr>
        <p:blipFill>
          <a:blip r:embed="rId2"/>
          <a:stretch>
            <a:fillRect/>
          </a:stretch>
        </p:blipFill>
        <p:spPr>
          <a:xfrm>
            <a:off x="3868738" y="905667"/>
            <a:ext cx="7315200" cy="50371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30935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2C849-CE83-50B7-0F60-B0E3D8BC9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F8910A-B7C7-D3ED-7701-B5BB6C40B97F}"/>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7A3EBE03-D83C-094C-0E91-607213D45189}"/>
              </a:ext>
            </a:extLst>
          </p:cNvPr>
          <p:cNvSpPr>
            <a:spLocks noGrp="1"/>
          </p:cNvSpPr>
          <p:nvPr>
            <p:ph idx="1"/>
          </p:nvPr>
        </p:nvSpPr>
        <p:spPr/>
        <p:txBody>
          <a:bodyPr>
            <a:normAutofit/>
          </a:bodyPr>
          <a:lstStyle/>
          <a:p>
            <a:r>
              <a:rPr lang="en-US" sz="1600" dirty="0"/>
              <a:t>The query standardizes inconsistent date formats in the </a:t>
            </a:r>
            <a:r>
              <a:rPr lang="en-US" sz="1600" dirty="0" err="1"/>
              <a:t>TransactionDate</a:t>
            </a:r>
            <a:r>
              <a:rPr lang="en-US" sz="1600" dirty="0"/>
              <a:t> column, converting them into a proper SQL date format.</a:t>
            </a:r>
          </a:p>
          <a:p>
            <a:r>
              <a:rPr lang="en-US" sz="1600" dirty="0"/>
              <a:t>It creates a clean, updated table to avoid corrupting the original dataset during transformation.</a:t>
            </a:r>
          </a:p>
          <a:p>
            <a:r>
              <a:rPr lang="en-US" sz="1600" dirty="0"/>
              <a:t>After validation, the updated table replaces the old one, ensuring all future analyses use accurate, properly formatted date values.</a:t>
            </a:r>
          </a:p>
          <a:p>
            <a:r>
              <a:rPr lang="en-US" sz="1600" dirty="0"/>
              <a:t>This improves data quality, reliability, and enables correct time-based analysis, like trends, seasonality, and sales timelines.</a:t>
            </a:r>
          </a:p>
        </p:txBody>
      </p:sp>
    </p:spTree>
    <p:extLst>
      <p:ext uri="{BB962C8B-B14F-4D97-AF65-F5344CB8AC3E}">
        <p14:creationId xmlns:p14="http://schemas.microsoft.com/office/powerpoint/2010/main" val="4170999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3A7D1-5850-3753-D251-EF4FDC41E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A9632-92EA-7894-107D-C1637A81DB9C}"/>
              </a:ext>
            </a:extLst>
          </p:cNvPr>
          <p:cNvSpPr>
            <a:spLocks noGrp="1"/>
          </p:cNvSpPr>
          <p:nvPr>
            <p:ph type="title"/>
          </p:nvPr>
        </p:nvSpPr>
        <p:spPr/>
        <p:txBody>
          <a:bodyPr/>
          <a:lstStyle/>
          <a:p>
            <a:r>
              <a:rPr lang="en-US" dirty="0"/>
              <a:t>Problem 5: Total Sales Summary</a:t>
            </a:r>
          </a:p>
        </p:txBody>
      </p:sp>
      <p:sp>
        <p:nvSpPr>
          <p:cNvPr id="3" name="Content Placeholder 2">
            <a:extLst>
              <a:ext uri="{FF2B5EF4-FFF2-40B4-BE49-F238E27FC236}">
                <a16:creationId xmlns:a16="http://schemas.microsoft.com/office/drawing/2014/main" id="{C692B0AC-ACFF-718C-DE01-CBEADFAF3353}"/>
              </a:ext>
            </a:extLst>
          </p:cNvPr>
          <p:cNvSpPr>
            <a:spLocks noGrp="1"/>
          </p:cNvSpPr>
          <p:nvPr>
            <p:ph idx="1"/>
          </p:nvPr>
        </p:nvSpPr>
        <p:spPr/>
        <p:txBody>
          <a:bodyPr>
            <a:normAutofit/>
          </a:bodyPr>
          <a:lstStyle/>
          <a:p>
            <a:r>
              <a:rPr lang="en-US" sz="1800" dirty="0"/>
              <a:t>Write a SQL query to summarize the total sales and quantities sold per product by the company.</a:t>
            </a:r>
          </a:p>
        </p:txBody>
      </p:sp>
    </p:spTree>
    <p:extLst>
      <p:ext uri="{BB962C8B-B14F-4D97-AF65-F5344CB8AC3E}">
        <p14:creationId xmlns:p14="http://schemas.microsoft.com/office/powerpoint/2010/main" val="247897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136B6-3FFC-74EB-1F57-51D0DB3B8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68B22-FDAE-7036-745F-587DD42C2FE1}"/>
              </a:ext>
            </a:extLst>
          </p:cNvPr>
          <p:cNvSpPr>
            <a:spLocks noGrp="1"/>
          </p:cNvSpPr>
          <p:nvPr>
            <p:ph type="title"/>
          </p:nvPr>
        </p:nvSpPr>
        <p:spPr/>
        <p:txBody>
          <a:bodyPr/>
          <a:lstStyle/>
          <a:p>
            <a:r>
              <a:rPr lang="en-US" dirty="0"/>
              <a:t>Solution: </a:t>
            </a:r>
          </a:p>
        </p:txBody>
      </p:sp>
      <p:pic>
        <p:nvPicPr>
          <p:cNvPr id="7" name="Content Placeholder 6">
            <a:extLst>
              <a:ext uri="{FF2B5EF4-FFF2-40B4-BE49-F238E27FC236}">
                <a16:creationId xmlns:a16="http://schemas.microsoft.com/office/drawing/2014/main" id="{F0E53672-E3E0-C7FA-F9C9-919CE2FD85CA}"/>
              </a:ext>
            </a:extLst>
          </p:cNvPr>
          <p:cNvPicPr>
            <a:picLocks noGrp="1" noChangeAspect="1"/>
          </p:cNvPicPr>
          <p:nvPr>
            <p:ph idx="1"/>
          </p:nvPr>
        </p:nvPicPr>
        <p:blipFill>
          <a:blip r:embed="rId2"/>
          <a:stretch>
            <a:fillRect/>
          </a:stretch>
        </p:blipFill>
        <p:spPr>
          <a:xfrm>
            <a:off x="4692865" y="2250831"/>
            <a:ext cx="6112847" cy="20625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31193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BC9DE-91B4-2672-5E59-7E5CCE220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AF9B6-7C52-0B85-71F5-9CC78D380972}"/>
              </a:ext>
            </a:extLst>
          </p:cNvPr>
          <p:cNvSpPr>
            <a:spLocks noGrp="1"/>
          </p:cNvSpPr>
          <p:nvPr>
            <p:ph type="title"/>
          </p:nvPr>
        </p:nvSpPr>
        <p:spPr/>
        <p:txBody>
          <a:bodyPr/>
          <a:lstStyle/>
          <a:p>
            <a:r>
              <a:rPr lang="en-US" dirty="0"/>
              <a:t>Output:</a:t>
            </a:r>
          </a:p>
        </p:txBody>
      </p:sp>
      <p:pic>
        <p:nvPicPr>
          <p:cNvPr id="6" name="Content Placeholder 5">
            <a:extLst>
              <a:ext uri="{FF2B5EF4-FFF2-40B4-BE49-F238E27FC236}">
                <a16:creationId xmlns:a16="http://schemas.microsoft.com/office/drawing/2014/main" id="{F22A203A-7AC4-8788-45EA-0166DB01604E}"/>
              </a:ext>
            </a:extLst>
          </p:cNvPr>
          <p:cNvPicPr>
            <a:picLocks noGrp="1" noChangeAspect="1"/>
          </p:cNvPicPr>
          <p:nvPr>
            <p:ph idx="1"/>
          </p:nvPr>
        </p:nvPicPr>
        <p:blipFill>
          <a:blip r:embed="rId2"/>
          <a:stretch>
            <a:fillRect/>
          </a:stretch>
        </p:blipFill>
        <p:spPr>
          <a:xfrm>
            <a:off x="6193223" y="863600"/>
            <a:ext cx="2666230" cy="512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7847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796DC-750D-6260-8112-EB863254C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4754C-5AFC-6C46-46A7-1FD10AA16C45}"/>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E810C337-1EB8-495C-D263-DE0E41432AF5}"/>
              </a:ext>
            </a:extLst>
          </p:cNvPr>
          <p:cNvSpPr>
            <a:spLocks noGrp="1"/>
          </p:cNvSpPr>
          <p:nvPr>
            <p:ph idx="1"/>
          </p:nvPr>
        </p:nvSpPr>
        <p:spPr/>
        <p:txBody>
          <a:bodyPr>
            <a:normAutofit/>
          </a:bodyPr>
          <a:lstStyle/>
          <a:p>
            <a:r>
              <a:rPr lang="en-US" sz="1600" dirty="0"/>
              <a:t>The query identifies which products drive the highest revenue, helping highlight top-performing items.</a:t>
            </a:r>
          </a:p>
          <a:p>
            <a:r>
              <a:rPr lang="en-US" sz="1600" dirty="0"/>
              <a:t>It also shows which products sell the most units, revealing high-demand items even if revenue is lower.</a:t>
            </a:r>
          </a:p>
          <a:p>
            <a:r>
              <a:rPr lang="en-US" sz="1600" dirty="0"/>
              <a:t>Sorting by total sales helps in prioritizing inventory, promotions, and restocking based on financial impact.</a:t>
            </a:r>
          </a:p>
          <a:p>
            <a:r>
              <a:rPr lang="en-US" sz="1600" dirty="0"/>
              <a:t>Overall, it provides a clear snapshot of product performance, supporting better pricing and product strategy decisions.</a:t>
            </a:r>
          </a:p>
        </p:txBody>
      </p:sp>
    </p:spTree>
    <p:extLst>
      <p:ext uri="{BB962C8B-B14F-4D97-AF65-F5344CB8AC3E}">
        <p14:creationId xmlns:p14="http://schemas.microsoft.com/office/powerpoint/2010/main" val="1371415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D3D01-9AA0-469F-A623-0505A7702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2C733-C11E-5584-54B2-C2D9DB6F3479}"/>
              </a:ext>
            </a:extLst>
          </p:cNvPr>
          <p:cNvSpPr>
            <a:spLocks noGrp="1"/>
          </p:cNvSpPr>
          <p:nvPr>
            <p:ph type="title"/>
          </p:nvPr>
        </p:nvSpPr>
        <p:spPr/>
        <p:txBody>
          <a:bodyPr>
            <a:normAutofit/>
          </a:bodyPr>
          <a:lstStyle/>
          <a:p>
            <a:r>
              <a:rPr lang="en-US" dirty="0"/>
              <a:t>Problem 6: Customer Purchase Frequency</a:t>
            </a:r>
          </a:p>
        </p:txBody>
      </p:sp>
      <p:sp>
        <p:nvSpPr>
          <p:cNvPr id="3" name="Content Placeholder 2">
            <a:extLst>
              <a:ext uri="{FF2B5EF4-FFF2-40B4-BE49-F238E27FC236}">
                <a16:creationId xmlns:a16="http://schemas.microsoft.com/office/drawing/2014/main" id="{0E10DABB-80A4-4819-323C-3A764975A589}"/>
              </a:ext>
            </a:extLst>
          </p:cNvPr>
          <p:cNvSpPr>
            <a:spLocks noGrp="1"/>
          </p:cNvSpPr>
          <p:nvPr>
            <p:ph idx="1"/>
          </p:nvPr>
        </p:nvSpPr>
        <p:spPr/>
        <p:txBody>
          <a:bodyPr>
            <a:normAutofit/>
          </a:bodyPr>
          <a:lstStyle/>
          <a:p>
            <a:r>
              <a:rPr lang="en-US" sz="1800" dirty="0"/>
              <a:t>Write a SQL query to count the number of transactions per customer to understand purchase frequency.</a:t>
            </a:r>
          </a:p>
        </p:txBody>
      </p:sp>
    </p:spTree>
    <p:extLst>
      <p:ext uri="{BB962C8B-B14F-4D97-AF65-F5344CB8AC3E}">
        <p14:creationId xmlns:p14="http://schemas.microsoft.com/office/powerpoint/2010/main" val="4286172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5E4B1-9E0D-8E94-318C-D95A01309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E2012-66A2-DD81-795A-F0B92F2983EF}"/>
              </a:ext>
            </a:extLst>
          </p:cNvPr>
          <p:cNvSpPr>
            <a:spLocks noGrp="1"/>
          </p:cNvSpPr>
          <p:nvPr>
            <p:ph type="title"/>
          </p:nvPr>
        </p:nvSpPr>
        <p:spPr/>
        <p:txBody>
          <a:bodyPr/>
          <a:lstStyle/>
          <a:p>
            <a:r>
              <a:rPr lang="en-US" dirty="0"/>
              <a:t>Solution: </a:t>
            </a:r>
          </a:p>
        </p:txBody>
      </p:sp>
      <p:pic>
        <p:nvPicPr>
          <p:cNvPr id="11" name="Content Placeholder 10">
            <a:extLst>
              <a:ext uri="{FF2B5EF4-FFF2-40B4-BE49-F238E27FC236}">
                <a16:creationId xmlns:a16="http://schemas.microsoft.com/office/drawing/2014/main" id="{C0A6F484-AA75-E036-AAD3-BBF654F77AFE}"/>
              </a:ext>
            </a:extLst>
          </p:cNvPr>
          <p:cNvPicPr>
            <a:picLocks noGrp="1" noChangeAspect="1"/>
          </p:cNvPicPr>
          <p:nvPr>
            <p:ph idx="1"/>
          </p:nvPr>
        </p:nvPicPr>
        <p:blipFill>
          <a:blip r:embed="rId2"/>
          <a:stretch>
            <a:fillRect/>
          </a:stretch>
        </p:blipFill>
        <p:spPr>
          <a:xfrm>
            <a:off x="5146938" y="2548247"/>
            <a:ext cx="4690399" cy="17615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87951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D5D62-9B15-4374-138F-29B11B6A6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179A9-C2E0-B135-175A-E905A2F1A4B5}"/>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C935A944-6988-2531-B63C-BEFDA6E89A68}"/>
              </a:ext>
            </a:extLst>
          </p:cNvPr>
          <p:cNvPicPr>
            <a:picLocks noGrp="1" noChangeAspect="1"/>
          </p:cNvPicPr>
          <p:nvPr>
            <p:ph idx="1"/>
          </p:nvPr>
        </p:nvPicPr>
        <p:blipFill>
          <a:blip r:embed="rId2"/>
          <a:stretch>
            <a:fillRect/>
          </a:stretch>
        </p:blipFill>
        <p:spPr>
          <a:xfrm>
            <a:off x="6178362" y="1380840"/>
            <a:ext cx="2695951" cy="40867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19314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BB77B-5F7B-0484-E317-C64CBD421A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ED249-4BA9-8A6F-DE7B-9F114F3BAF3A}"/>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A794BD2F-A8AF-6FB7-A217-219FE3A693F6}"/>
              </a:ext>
            </a:extLst>
          </p:cNvPr>
          <p:cNvSpPr>
            <a:spLocks noGrp="1"/>
          </p:cNvSpPr>
          <p:nvPr>
            <p:ph idx="1"/>
          </p:nvPr>
        </p:nvSpPr>
        <p:spPr/>
        <p:txBody>
          <a:bodyPr>
            <a:normAutofit/>
          </a:bodyPr>
          <a:lstStyle/>
          <a:p>
            <a:r>
              <a:rPr lang="en-US" sz="1600" dirty="0"/>
              <a:t>The query highlights how often each customer purchases, helping identify high-frequency vs. low-frequency buyers.</a:t>
            </a:r>
          </a:p>
          <a:p>
            <a:r>
              <a:rPr lang="en-US" sz="1600" dirty="0"/>
              <a:t>It enables segmentation into repeat customers, occasional shoppers, and one-time buyers.</a:t>
            </a:r>
          </a:p>
          <a:p>
            <a:r>
              <a:rPr lang="en-US" sz="1600" dirty="0"/>
              <a:t>The results help target marketing efforts by focusing on loyal customers and creating strategies to improve retention for low-activity customers.</a:t>
            </a:r>
          </a:p>
          <a:p>
            <a:r>
              <a:rPr lang="en-US" sz="1600" dirty="0"/>
              <a:t>Sorting by transaction count makes it easy to spot the most engaged customers.</a:t>
            </a:r>
          </a:p>
        </p:txBody>
      </p:sp>
    </p:spTree>
    <p:extLst>
      <p:ext uri="{BB962C8B-B14F-4D97-AF65-F5344CB8AC3E}">
        <p14:creationId xmlns:p14="http://schemas.microsoft.com/office/powerpoint/2010/main" val="3381270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05C53-C5D1-C559-CDF1-4BBAE23A8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B485A-CB62-45CD-34B3-674CF2535905}"/>
              </a:ext>
            </a:extLst>
          </p:cNvPr>
          <p:cNvSpPr>
            <a:spLocks noGrp="1"/>
          </p:cNvSpPr>
          <p:nvPr>
            <p:ph type="title"/>
          </p:nvPr>
        </p:nvSpPr>
        <p:spPr/>
        <p:txBody>
          <a:bodyPr>
            <a:normAutofit/>
          </a:bodyPr>
          <a:lstStyle/>
          <a:p>
            <a:r>
              <a:rPr lang="en-US" dirty="0"/>
              <a:t>Problem 7: Product Categories Performance</a:t>
            </a:r>
          </a:p>
        </p:txBody>
      </p:sp>
      <p:sp>
        <p:nvSpPr>
          <p:cNvPr id="3" name="Content Placeholder 2">
            <a:extLst>
              <a:ext uri="{FF2B5EF4-FFF2-40B4-BE49-F238E27FC236}">
                <a16:creationId xmlns:a16="http://schemas.microsoft.com/office/drawing/2014/main" id="{091B59FA-5874-805A-B5EB-A1099C206125}"/>
              </a:ext>
            </a:extLst>
          </p:cNvPr>
          <p:cNvSpPr>
            <a:spLocks noGrp="1"/>
          </p:cNvSpPr>
          <p:nvPr>
            <p:ph idx="1"/>
          </p:nvPr>
        </p:nvSpPr>
        <p:spPr/>
        <p:txBody>
          <a:bodyPr>
            <a:normAutofit/>
          </a:bodyPr>
          <a:lstStyle/>
          <a:p>
            <a:r>
              <a:rPr lang="en-US" sz="1800" dirty="0"/>
              <a:t>Write a SQL query to evaluate the performance of the product categories based on the total sales, which help us understand the product categories which needs to be promoted in the marketing campaigns.</a:t>
            </a:r>
          </a:p>
        </p:txBody>
      </p:sp>
    </p:spTree>
    <p:extLst>
      <p:ext uri="{BB962C8B-B14F-4D97-AF65-F5344CB8AC3E}">
        <p14:creationId xmlns:p14="http://schemas.microsoft.com/office/powerpoint/2010/main" val="2088914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08BD7-8620-410B-9DE0-EF0A52E39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274262-B808-0DAB-F616-BCE0F1EDCD16}"/>
              </a:ext>
            </a:extLst>
          </p:cNvPr>
          <p:cNvSpPr>
            <a:spLocks noGrp="1"/>
          </p:cNvSpPr>
          <p:nvPr>
            <p:ph type="title"/>
          </p:nvPr>
        </p:nvSpPr>
        <p:spPr/>
        <p:txBody>
          <a:bodyPr/>
          <a:lstStyle/>
          <a:p>
            <a:r>
              <a:rPr lang="en-US" dirty="0"/>
              <a:t>Solution: </a:t>
            </a:r>
          </a:p>
        </p:txBody>
      </p:sp>
      <p:pic>
        <p:nvPicPr>
          <p:cNvPr id="7" name="Content Placeholder 6">
            <a:extLst>
              <a:ext uri="{FF2B5EF4-FFF2-40B4-BE49-F238E27FC236}">
                <a16:creationId xmlns:a16="http://schemas.microsoft.com/office/drawing/2014/main" id="{BC43C951-419A-BD2C-0D2A-86EEA3AC5478}"/>
              </a:ext>
            </a:extLst>
          </p:cNvPr>
          <p:cNvPicPr>
            <a:picLocks noGrp="1" noChangeAspect="1"/>
          </p:cNvPicPr>
          <p:nvPr>
            <p:ph idx="1"/>
          </p:nvPr>
        </p:nvPicPr>
        <p:blipFill>
          <a:blip r:embed="rId2"/>
          <a:stretch>
            <a:fillRect/>
          </a:stretch>
        </p:blipFill>
        <p:spPr>
          <a:xfrm>
            <a:off x="4644623" y="2257262"/>
            <a:ext cx="5763429" cy="23339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58839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0F3CD-61BB-7CD0-6046-CF0BE37ED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4D0AF-9C6B-041F-345B-9B94B49EB56A}"/>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6EE284B0-3FD7-5E2B-09BE-4B4E9A172F02}"/>
              </a:ext>
            </a:extLst>
          </p:cNvPr>
          <p:cNvPicPr>
            <a:picLocks noGrp="1" noChangeAspect="1"/>
          </p:cNvPicPr>
          <p:nvPr>
            <p:ph idx="1"/>
          </p:nvPr>
        </p:nvPicPr>
        <p:blipFill>
          <a:blip r:embed="rId2"/>
          <a:stretch>
            <a:fillRect/>
          </a:stretch>
        </p:blipFill>
        <p:spPr>
          <a:xfrm>
            <a:off x="5398800" y="2524957"/>
            <a:ext cx="4290716" cy="17989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6752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23974-B736-09EA-060E-23C0AAF48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69716-5DFA-4A75-9894-A2FF6E7CEE67}"/>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5972928B-3B29-BF5B-66B0-44710A4FC16F}"/>
              </a:ext>
            </a:extLst>
          </p:cNvPr>
          <p:cNvSpPr>
            <a:spLocks noGrp="1"/>
          </p:cNvSpPr>
          <p:nvPr>
            <p:ph idx="1"/>
          </p:nvPr>
        </p:nvSpPr>
        <p:spPr/>
        <p:txBody>
          <a:bodyPr>
            <a:normAutofit/>
          </a:bodyPr>
          <a:lstStyle/>
          <a:p>
            <a:r>
              <a:rPr lang="en-US" sz="1600" dirty="0"/>
              <a:t>The query reveals which product categories generate the highest total sales, helping identify top revenue drivers.</a:t>
            </a:r>
          </a:p>
          <a:p>
            <a:r>
              <a:rPr lang="en-US" sz="1600" dirty="0"/>
              <a:t>It also highlights categories with lower sales, indicating areas that may require marketing support or promotional boosts.</a:t>
            </a:r>
          </a:p>
          <a:p>
            <a:r>
              <a:rPr lang="en-US" sz="1600" dirty="0"/>
              <a:t>Combining units sold and revenue helps distinguish high-demand categories from those that are high-value but have low volume.</a:t>
            </a:r>
          </a:p>
          <a:p>
            <a:r>
              <a:rPr lang="en-US" sz="1600" dirty="0"/>
              <a:t>The results guide data-driven marketing decisions, ensuring campaigns focus on categories with the most growth potential.</a:t>
            </a:r>
          </a:p>
        </p:txBody>
      </p:sp>
    </p:spTree>
    <p:extLst>
      <p:ext uri="{BB962C8B-B14F-4D97-AF65-F5344CB8AC3E}">
        <p14:creationId xmlns:p14="http://schemas.microsoft.com/office/powerpoint/2010/main" val="26127836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BD784-EB17-E503-278F-3DA5A0D4E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24BF8-CEBC-0372-FAE7-972B2A055610}"/>
              </a:ext>
            </a:extLst>
          </p:cNvPr>
          <p:cNvSpPr>
            <a:spLocks noGrp="1"/>
          </p:cNvSpPr>
          <p:nvPr>
            <p:ph type="title"/>
          </p:nvPr>
        </p:nvSpPr>
        <p:spPr/>
        <p:txBody>
          <a:bodyPr/>
          <a:lstStyle/>
          <a:p>
            <a:r>
              <a:rPr lang="en-US" dirty="0"/>
              <a:t>Problem 8: High Sales Products</a:t>
            </a:r>
          </a:p>
        </p:txBody>
      </p:sp>
      <p:sp>
        <p:nvSpPr>
          <p:cNvPr id="3" name="Content Placeholder 2">
            <a:extLst>
              <a:ext uri="{FF2B5EF4-FFF2-40B4-BE49-F238E27FC236}">
                <a16:creationId xmlns:a16="http://schemas.microsoft.com/office/drawing/2014/main" id="{1A3FB742-698C-09AD-2D6C-80714DA75054}"/>
              </a:ext>
            </a:extLst>
          </p:cNvPr>
          <p:cNvSpPr>
            <a:spLocks noGrp="1"/>
          </p:cNvSpPr>
          <p:nvPr>
            <p:ph idx="1"/>
          </p:nvPr>
        </p:nvSpPr>
        <p:spPr/>
        <p:txBody>
          <a:bodyPr>
            <a:normAutofit/>
          </a:bodyPr>
          <a:lstStyle/>
          <a:p>
            <a:r>
              <a:rPr lang="en-US" sz="1800" dirty="0"/>
              <a:t>Write a SQL query to find the top 10 products with the highest total sales revenue from the sales transactions. This will help the company to identify the high-selling products that need to be focused on to increase the revenue of the company.</a:t>
            </a:r>
          </a:p>
        </p:txBody>
      </p:sp>
    </p:spTree>
    <p:extLst>
      <p:ext uri="{BB962C8B-B14F-4D97-AF65-F5344CB8AC3E}">
        <p14:creationId xmlns:p14="http://schemas.microsoft.com/office/powerpoint/2010/main" val="4038508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41CD3-7010-5455-1BC7-6BFED3F93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363D0-4409-4E88-3405-1B97D9094FA3}"/>
              </a:ext>
            </a:extLst>
          </p:cNvPr>
          <p:cNvSpPr>
            <a:spLocks noGrp="1"/>
          </p:cNvSpPr>
          <p:nvPr>
            <p:ph type="title"/>
          </p:nvPr>
        </p:nvSpPr>
        <p:spPr/>
        <p:txBody>
          <a:bodyPr/>
          <a:lstStyle/>
          <a:p>
            <a:r>
              <a:rPr lang="en-US" dirty="0"/>
              <a:t>Solution: </a:t>
            </a:r>
          </a:p>
        </p:txBody>
      </p:sp>
      <p:pic>
        <p:nvPicPr>
          <p:cNvPr id="11" name="Content Placeholder 10">
            <a:extLst>
              <a:ext uri="{FF2B5EF4-FFF2-40B4-BE49-F238E27FC236}">
                <a16:creationId xmlns:a16="http://schemas.microsoft.com/office/drawing/2014/main" id="{8B569D3C-F9FB-98E8-7899-536EDA02DE4D}"/>
              </a:ext>
            </a:extLst>
          </p:cNvPr>
          <p:cNvPicPr>
            <a:picLocks noGrp="1" noChangeAspect="1"/>
          </p:cNvPicPr>
          <p:nvPr>
            <p:ph idx="1"/>
          </p:nvPr>
        </p:nvPicPr>
        <p:blipFill>
          <a:blip r:embed="rId2"/>
          <a:stretch>
            <a:fillRect/>
          </a:stretch>
        </p:blipFill>
        <p:spPr>
          <a:xfrm>
            <a:off x="4577846" y="2528761"/>
            <a:ext cx="5668259" cy="186625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28719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ED723-8A88-F696-507B-1ED8E2B83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C030E8-0568-BD27-6963-2102E7EF37B2}"/>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4CBA5506-F79F-0B4A-1C95-ECF31F839FB6}"/>
              </a:ext>
            </a:extLst>
          </p:cNvPr>
          <p:cNvPicPr>
            <a:picLocks noGrp="1" noChangeAspect="1"/>
          </p:cNvPicPr>
          <p:nvPr>
            <p:ph idx="1"/>
          </p:nvPr>
        </p:nvPicPr>
        <p:blipFill>
          <a:blip r:embed="rId2"/>
          <a:stretch>
            <a:fillRect/>
          </a:stretch>
        </p:blipFill>
        <p:spPr>
          <a:xfrm>
            <a:off x="5831227" y="1860968"/>
            <a:ext cx="3160374" cy="31360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14524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A2EC8-8616-4124-5F75-378D1147A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8FD95-C62E-8EDD-8919-2B0D085E205C}"/>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15C149F2-DE84-A443-3FFA-332E17DAF16B}"/>
              </a:ext>
            </a:extLst>
          </p:cNvPr>
          <p:cNvSpPr>
            <a:spLocks noGrp="1"/>
          </p:cNvSpPr>
          <p:nvPr>
            <p:ph idx="1"/>
          </p:nvPr>
        </p:nvSpPr>
        <p:spPr/>
        <p:txBody>
          <a:bodyPr>
            <a:normAutofit/>
          </a:bodyPr>
          <a:lstStyle/>
          <a:p>
            <a:r>
              <a:rPr lang="en-US" sz="1600" dirty="0"/>
              <a:t>The query identifies the products that generate the most total revenue, highlighting the key drivers of the company’s sales.</a:t>
            </a:r>
          </a:p>
          <a:p>
            <a:r>
              <a:rPr lang="en-US" sz="1600" dirty="0"/>
              <a:t>These top-performing products can be prioritized for marketing, promotions, and inventory planning to maximize returns.</a:t>
            </a:r>
          </a:p>
          <a:p>
            <a:r>
              <a:rPr lang="en-US" sz="1600" dirty="0"/>
              <a:t>The results help the company understand which products have consistently strong demand, allowing for better strategic focus.</a:t>
            </a:r>
          </a:p>
          <a:p>
            <a:r>
              <a:rPr lang="en-US" sz="1600" dirty="0"/>
              <a:t>Focusing on these high-revenue items can boost overall profitability and support revenue-growth initiatives.</a:t>
            </a:r>
          </a:p>
        </p:txBody>
      </p:sp>
    </p:spTree>
    <p:extLst>
      <p:ext uri="{BB962C8B-B14F-4D97-AF65-F5344CB8AC3E}">
        <p14:creationId xmlns:p14="http://schemas.microsoft.com/office/powerpoint/2010/main" val="495181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3F848-DB81-9866-357F-E5A9EBB92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3A41F-5C79-C0AC-B2ED-00B22E42D793}"/>
              </a:ext>
            </a:extLst>
          </p:cNvPr>
          <p:cNvSpPr>
            <a:spLocks noGrp="1"/>
          </p:cNvSpPr>
          <p:nvPr>
            <p:ph type="title"/>
          </p:nvPr>
        </p:nvSpPr>
        <p:spPr/>
        <p:txBody>
          <a:bodyPr/>
          <a:lstStyle/>
          <a:p>
            <a:r>
              <a:rPr lang="en-US" dirty="0"/>
              <a:t>Problem 9: Low Sales Products</a:t>
            </a:r>
          </a:p>
        </p:txBody>
      </p:sp>
      <p:sp>
        <p:nvSpPr>
          <p:cNvPr id="3" name="Content Placeholder 2">
            <a:extLst>
              <a:ext uri="{FF2B5EF4-FFF2-40B4-BE49-F238E27FC236}">
                <a16:creationId xmlns:a16="http://schemas.microsoft.com/office/drawing/2014/main" id="{AF3578B4-8B6D-6AB7-050B-5E1DE884D091}"/>
              </a:ext>
            </a:extLst>
          </p:cNvPr>
          <p:cNvSpPr>
            <a:spLocks noGrp="1"/>
          </p:cNvSpPr>
          <p:nvPr>
            <p:ph idx="1"/>
          </p:nvPr>
        </p:nvSpPr>
        <p:spPr/>
        <p:txBody>
          <a:bodyPr>
            <a:normAutofit/>
          </a:bodyPr>
          <a:lstStyle/>
          <a:p>
            <a:r>
              <a:rPr lang="en-US" sz="1800" dirty="0"/>
              <a:t>Write a SQL query to find the ten products with the least number of units sold from the sales transactions, provided that at least one unit was sold for those products.</a:t>
            </a:r>
          </a:p>
        </p:txBody>
      </p:sp>
    </p:spTree>
    <p:extLst>
      <p:ext uri="{BB962C8B-B14F-4D97-AF65-F5344CB8AC3E}">
        <p14:creationId xmlns:p14="http://schemas.microsoft.com/office/powerpoint/2010/main" val="26688995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93549-65CB-09F3-5E8B-149D3E0D9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6E3CE-C0E6-AEFB-E01A-62B09BC859E0}"/>
              </a:ext>
            </a:extLst>
          </p:cNvPr>
          <p:cNvSpPr>
            <a:spLocks noGrp="1"/>
          </p:cNvSpPr>
          <p:nvPr>
            <p:ph type="title"/>
          </p:nvPr>
        </p:nvSpPr>
        <p:spPr/>
        <p:txBody>
          <a:bodyPr/>
          <a:lstStyle/>
          <a:p>
            <a:r>
              <a:rPr lang="en-US" dirty="0"/>
              <a:t>Solution: </a:t>
            </a:r>
          </a:p>
        </p:txBody>
      </p:sp>
      <p:pic>
        <p:nvPicPr>
          <p:cNvPr id="11" name="Content Placeholder 10">
            <a:extLst>
              <a:ext uri="{FF2B5EF4-FFF2-40B4-BE49-F238E27FC236}">
                <a16:creationId xmlns:a16="http://schemas.microsoft.com/office/drawing/2014/main" id="{A911C6AB-F9DF-E382-C597-69485F3FC07D}"/>
              </a:ext>
            </a:extLst>
          </p:cNvPr>
          <p:cNvPicPr>
            <a:picLocks noGrp="1" noChangeAspect="1"/>
          </p:cNvPicPr>
          <p:nvPr>
            <p:ph idx="1"/>
          </p:nvPr>
        </p:nvPicPr>
        <p:blipFill>
          <a:blip r:embed="rId2"/>
          <a:stretch>
            <a:fillRect/>
          </a:stretch>
        </p:blipFill>
        <p:spPr>
          <a:xfrm>
            <a:off x="5024284" y="2304306"/>
            <a:ext cx="4721689" cy="22493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87979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5526D-56DF-1F30-365A-516288DD1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AC57F-9280-4D10-5031-631E5AC2CC5C}"/>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3BE25859-98B4-E82E-96C1-7F686EE7F1B8}"/>
              </a:ext>
            </a:extLst>
          </p:cNvPr>
          <p:cNvPicPr>
            <a:picLocks noGrp="1" noChangeAspect="1"/>
          </p:cNvPicPr>
          <p:nvPr>
            <p:ph idx="1"/>
          </p:nvPr>
        </p:nvPicPr>
        <p:blipFill>
          <a:blip r:embed="rId2"/>
          <a:stretch>
            <a:fillRect/>
          </a:stretch>
        </p:blipFill>
        <p:spPr>
          <a:xfrm>
            <a:off x="6044119" y="1924741"/>
            <a:ext cx="2947482" cy="29993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023482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6A474-499E-FB58-4027-2599C4DA9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7453B1-6DC3-1795-7B88-0F0BF9A14842}"/>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1A694E23-3855-94A6-F7E1-CD4CF5EC1BB9}"/>
              </a:ext>
            </a:extLst>
          </p:cNvPr>
          <p:cNvSpPr>
            <a:spLocks noGrp="1"/>
          </p:cNvSpPr>
          <p:nvPr>
            <p:ph idx="1"/>
          </p:nvPr>
        </p:nvSpPr>
        <p:spPr/>
        <p:txBody>
          <a:bodyPr>
            <a:normAutofit/>
          </a:bodyPr>
          <a:lstStyle/>
          <a:p>
            <a:r>
              <a:rPr lang="en-US" sz="1600" dirty="0"/>
              <a:t>The query identifies the lowest-selling products, helping pinpoint items with minimal customer demand.</a:t>
            </a:r>
          </a:p>
          <a:p>
            <a:r>
              <a:rPr lang="en-US" sz="1600" dirty="0"/>
              <a:t>These low-performing products may require improved marketing, repositioning, or potential discontinuation.</a:t>
            </a:r>
          </a:p>
          <a:p>
            <a:r>
              <a:rPr lang="en-US" sz="1600" dirty="0"/>
              <a:t>The results help optimize inventory by revealing slow-moving or overstocked items.</a:t>
            </a:r>
          </a:p>
          <a:p>
            <a:r>
              <a:rPr lang="en-US" sz="1600" dirty="0"/>
              <a:t>This insight supports better product-mix decisions and allows the company to focus on higher-performing categories.</a:t>
            </a:r>
          </a:p>
        </p:txBody>
      </p:sp>
    </p:spTree>
    <p:extLst>
      <p:ext uri="{BB962C8B-B14F-4D97-AF65-F5344CB8AC3E}">
        <p14:creationId xmlns:p14="http://schemas.microsoft.com/office/powerpoint/2010/main" val="2167744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D4A9B-CA8A-E5C9-6D08-330B852A2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7D2599-8DC6-5584-5498-79BD4CA921E8}"/>
              </a:ext>
            </a:extLst>
          </p:cNvPr>
          <p:cNvSpPr>
            <a:spLocks noGrp="1"/>
          </p:cNvSpPr>
          <p:nvPr>
            <p:ph type="title"/>
          </p:nvPr>
        </p:nvSpPr>
        <p:spPr/>
        <p:txBody>
          <a:bodyPr/>
          <a:lstStyle/>
          <a:p>
            <a:r>
              <a:rPr lang="en-US" dirty="0"/>
              <a:t>Problem 10: Sales Trend</a:t>
            </a:r>
          </a:p>
        </p:txBody>
      </p:sp>
      <p:sp>
        <p:nvSpPr>
          <p:cNvPr id="3" name="Content Placeholder 2">
            <a:extLst>
              <a:ext uri="{FF2B5EF4-FFF2-40B4-BE49-F238E27FC236}">
                <a16:creationId xmlns:a16="http://schemas.microsoft.com/office/drawing/2014/main" id="{A909C60B-ED74-CAC2-672B-ED9F02505315}"/>
              </a:ext>
            </a:extLst>
          </p:cNvPr>
          <p:cNvSpPr>
            <a:spLocks noGrp="1"/>
          </p:cNvSpPr>
          <p:nvPr>
            <p:ph idx="1"/>
          </p:nvPr>
        </p:nvSpPr>
        <p:spPr/>
        <p:txBody>
          <a:bodyPr>
            <a:normAutofit/>
          </a:bodyPr>
          <a:lstStyle/>
          <a:p>
            <a:r>
              <a:rPr lang="en-US" sz="1800" dirty="0"/>
              <a:t>Write a SQL query to identify the sales trend to understand the revenue pattern of the company.</a:t>
            </a:r>
          </a:p>
        </p:txBody>
      </p:sp>
    </p:spTree>
    <p:extLst>
      <p:ext uri="{BB962C8B-B14F-4D97-AF65-F5344CB8AC3E}">
        <p14:creationId xmlns:p14="http://schemas.microsoft.com/office/powerpoint/2010/main" val="24974801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19B82-DFB5-AE5E-C5C4-ED428B6C5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5DE70-B888-C70D-FDB9-4AEC1C08DB83}"/>
              </a:ext>
            </a:extLst>
          </p:cNvPr>
          <p:cNvSpPr>
            <a:spLocks noGrp="1"/>
          </p:cNvSpPr>
          <p:nvPr>
            <p:ph type="title"/>
          </p:nvPr>
        </p:nvSpPr>
        <p:spPr/>
        <p:txBody>
          <a:bodyPr/>
          <a:lstStyle/>
          <a:p>
            <a:r>
              <a:rPr lang="en-US" dirty="0"/>
              <a:t>Solution: </a:t>
            </a:r>
          </a:p>
        </p:txBody>
      </p:sp>
      <p:pic>
        <p:nvPicPr>
          <p:cNvPr id="7" name="Content Placeholder 6">
            <a:extLst>
              <a:ext uri="{FF2B5EF4-FFF2-40B4-BE49-F238E27FC236}">
                <a16:creationId xmlns:a16="http://schemas.microsoft.com/office/drawing/2014/main" id="{995845BB-4F19-8C4A-D093-56121E4FD000}"/>
              </a:ext>
            </a:extLst>
          </p:cNvPr>
          <p:cNvPicPr>
            <a:picLocks noGrp="1" noChangeAspect="1"/>
          </p:cNvPicPr>
          <p:nvPr>
            <p:ph idx="1"/>
          </p:nvPr>
        </p:nvPicPr>
        <p:blipFill>
          <a:blip r:embed="rId2"/>
          <a:stretch>
            <a:fillRect/>
          </a:stretch>
        </p:blipFill>
        <p:spPr>
          <a:xfrm>
            <a:off x="4672498" y="2319071"/>
            <a:ext cx="5798101" cy="22107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343715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BD61B-458C-E01E-C4B7-572FFA0E0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C7A40-1FAD-1D8D-1816-608BD00DEECE}"/>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5A4AA2C3-07C7-8BB0-C82A-8B0A6B946E4A}"/>
              </a:ext>
            </a:extLst>
          </p:cNvPr>
          <p:cNvPicPr>
            <a:picLocks noGrp="1" noChangeAspect="1"/>
          </p:cNvPicPr>
          <p:nvPr>
            <p:ph idx="1"/>
          </p:nvPr>
        </p:nvPicPr>
        <p:blipFill>
          <a:blip r:embed="rId2"/>
          <a:stretch>
            <a:fillRect/>
          </a:stretch>
        </p:blipFill>
        <p:spPr>
          <a:xfrm>
            <a:off x="5024283" y="1296013"/>
            <a:ext cx="4733051" cy="42659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197793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D7CD7-4CDC-9E3A-5DC3-0D575FDD6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F8F7B-5CA6-F2D6-4643-735C5F480958}"/>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2A15232C-6516-1325-8C40-AA5172C774A2}"/>
              </a:ext>
            </a:extLst>
          </p:cNvPr>
          <p:cNvSpPr>
            <a:spLocks noGrp="1"/>
          </p:cNvSpPr>
          <p:nvPr>
            <p:ph idx="1"/>
          </p:nvPr>
        </p:nvSpPr>
        <p:spPr/>
        <p:txBody>
          <a:bodyPr>
            <a:normAutofit/>
          </a:bodyPr>
          <a:lstStyle/>
          <a:p>
            <a:r>
              <a:rPr lang="en-US" sz="1600" dirty="0"/>
              <a:t>The query provides a day-wise view of sales performance, including transaction count, total units sold, and total revenue.</a:t>
            </a:r>
          </a:p>
          <a:p>
            <a:r>
              <a:rPr lang="en-US" sz="1600" dirty="0"/>
              <a:t>It helps identify patterns or fluctuations in daily sales, revealing high and low-performing days.</a:t>
            </a:r>
          </a:p>
          <a:p>
            <a:r>
              <a:rPr lang="en-US" sz="1600" dirty="0"/>
              <a:t>The results allow the company to understand overall revenue trends and detect any seasonal or periodic variations.</a:t>
            </a:r>
          </a:p>
          <a:p>
            <a:r>
              <a:rPr lang="en-US" sz="1600" dirty="0"/>
              <a:t>This insight supports better forecasting and planning for marketing, inventory, and staffing based on sales behavior.</a:t>
            </a:r>
          </a:p>
        </p:txBody>
      </p:sp>
    </p:spTree>
    <p:extLst>
      <p:ext uri="{BB962C8B-B14F-4D97-AF65-F5344CB8AC3E}">
        <p14:creationId xmlns:p14="http://schemas.microsoft.com/office/powerpoint/2010/main" val="14849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A8A1B-4834-861E-647F-0A8861A39F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74A7C-9C02-34CE-CE02-ABE854D81D11}"/>
              </a:ext>
            </a:extLst>
          </p:cNvPr>
          <p:cNvSpPr>
            <a:spLocks noGrp="1"/>
          </p:cNvSpPr>
          <p:nvPr>
            <p:ph type="title"/>
          </p:nvPr>
        </p:nvSpPr>
        <p:spPr/>
        <p:txBody>
          <a:bodyPr/>
          <a:lstStyle/>
          <a:p>
            <a:r>
              <a:rPr lang="en-US" dirty="0"/>
              <a:t>Problem 11: Growth Rate of Sales</a:t>
            </a:r>
          </a:p>
        </p:txBody>
      </p:sp>
      <p:sp>
        <p:nvSpPr>
          <p:cNvPr id="3" name="Content Placeholder 2">
            <a:extLst>
              <a:ext uri="{FF2B5EF4-FFF2-40B4-BE49-F238E27FC236}">
                <a16:creationId xmlns:a16="http://schemas.microsoft.com/office/drawing/2014/main" id="{1CA129CD-3C05-CFC7-18F3-E5FF9AECC0E3}"/>
              </a:ext>
            </a:extLst>
          </p:cNvPr>
          <p:cNvSpPr>
            <a:spLocks noGrp="1"/>
          </p:cNvSpPr>
          <p:nvPr>
            <p:ph idx="1"/>
          </p:nvPr>
        </p:nvSpPr>
        <p:spPr/>
        <p:txBody>
          <a:bodyPr>
            <a:normAutofit/>
          </a:bodyPr>
          <a:lstStyle/>
          <a:p>
            <a:r>
              <a:rPr lang="en-US" sz="1800" dirty="0"/>
              <a:t>Write a SQL query to understand the month-on-month growth rate of sales of the company, which will help understand the growth trend of the company.</a:t>
            </a:r>
          </a:p>
        </p:txBody>
      </p:sp>
    </p:spTree>
    <p:extLst>
      <p:ext uri="{BB962C8B-B14F-4D97-AF65-F5344CB8AC3E}">
        <p14:creationId xmlns:p14="http://schemas.microsoft.com/office/powerpoint/2010/main" val="22883518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551CC-5743-130C-7207-F4A975941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2E3BE-F555-76F3-4FBE-F21CA33355B8}"/>
              </a:ext>
            </a:extLst>
          </p:cNvPr>
          <p:cNvSpPr>
            <a:spLocks noGrp="1"/>
          </p:cNvSpPr>
          <p:nvPr>
            <p:ph type="title"/>
          </p:nvPr>
        </p:nvSpPr>
        <p:spPr/>
        <p:txBody>
          <a:bodyPr/>
          <a:lstStyle/>
          <a:p>
            <a:r>
              <a:rPr lang="en-US" dirty="0"/>
              <a:t>Solution: </a:t>
            </a:r>
          </a:p>
        </p:txBody>
      </p:sp>
      <p:pic>
        <p:nvPicPr>
          <p:cNvPr id="7" name="Content Placeholder 6">
            <a:extLst>
              <a:ext uri="{FF2B5EF4-FFF2-40B4-BE49-F238E27FC236}">
                <a16:creationId xmlns:a16="http://schemas.microsoft.com/office/drawing/2014/main" id="{9EDF88A1-BA36-FB26-ADC3-0F4409DF5F70}"/>
              </a:ext>
            </a:extLst>
          </p:cNvPr>
          <p:cNvPicPr>
            <a:picLocks noGrp="1" noChangeAspect="1"/>
          </p:cNvPicPr>
          <p:nvPr>
            <p:ph idx="1"/>
          </p:nvPr>
        </p:nvPicPr>
        <p:blipFill>
          <a:blip r:embed="rId2"/>
          <a:stretch>
            <a:fillRect/>
          </a:stretch>
        </p:blipFill>
        <p:spPr>
          <a:xfrm>
            <a:off x="3868738" y="1642210"/>
            <a:ext cx="7315200" cy="35640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657323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655AD-F6C5-81BB-CB7E-5BB884A15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02A2E-5E95-CB09-58B2-0DA10EBAB0B0}"/>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64007A93-305D-63D4-BC42-D4CE8C4D7A3D}"/>
              </a:ext>
            </a:extLst>
          </p:cNvPr>
          <p:cNvPicPr>
            <a:picLocks noGrp="1" noChangeAspect="1"/>
          </p:cNvPicPr>
          <p:nvPr>
            <p:ph idx="1"/>
          </p:nvPr>
        </p:nvPicPr>
        <p:blipFill>
          <a:blip r:embed="rId2"/>
          <a:stretch>
            <a:fillRect/>
          </a:stretch>
        </p:blipFill>
        <p:spPr>
          <a:xfrm>
            <a:off x="4671993" y="2354948"/>
            <a:ext cx="5951890" cy="21389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309497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D7735-F7B7-F515-A26A-DDB2BD326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612562-4848-12D5-8FDD-553EE42A3B70}"/>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5DBEFBB1-BC6B-F61D-5361-A5A7FEAE426A}"/>
              </a:ext>
            </a:extLst>
          </p:cNvPr>
          <p:cNvSpPr>
            <a:spLocks noGrp="1"/>
          </p:cNvSpPr>
          <p:nvPr>
            <p:ph idx="1"/>
          </p:nvPr>
        </p:nvSpPr>
        <p:spPr/>
        <p:txBody>
          <a:bodyPr>
            <a:normAutofit/>
          </a:bodyPr>
          <a:lstStyle/>
          <a:p>
            <a:r>
              <a:rPr lang="en-US" sz="1600" dirty="0"/>
              <a:t>The query calculates monthly total sales and compares them with the previous month to show growth or decline.</a:t>
            </a:r>
          </a:p>
          <a:p>
            <a:r>
              <a:rPr lang="en-US" sz="1600" dirty="0"/>
              <a:t>It helps identify positive or negative sales trends, giving a clear view of how revenue is changing over time.</a:t>
            </a:r>
          </a:p>
          <a:p>
            <a:r>
              <a:rPr lang="en-US" sz="1600" dirty="0"/>
              <a:t>The month-on-month growth rate highlights periods of strong performance as well as months that need attention or improvement.</a:t>
            </a:r>
          </a:p>
          <a:p>
            <a:r>
              <a:rPr lang="en-US" sz="1600" dirty="0"/>
              <a:t>This insight supports better forecasting, planning, and strategy decisions by tracking the company’s overall growth momentum.</a:t>
            </a:r>
          </a:p>
        </p:txBody>
      </p:sp>
    </p:spTree>
    <p:extLst>
      <p:ext uri="{BB962C8B-B14F-4D97-AF65-F5344CB8AC3E}">
        <p14:creationId xmlns:p14="http://schemas.microsoft.com/office/powerpoint/2010/main" val="38234741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D719C-D6A2-5883-0D75-26F514521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B20A1-5390-95A5-8A9F-EF355B77BEA1}"/>
              </a:ext>
            </a:extLst>
          </p:cNvPr>
          <p:cNvSpPr>
            <a:spLocks noGrp="1"/>
          </p:cNvSpPr>
          <p:nvPr>
            <p:ph type="title"/>
          </p:nvPr>
        </p:nvSpPr>
        <p:spPr/>
        <p:txBody>
          <a:bodyPr>
            <a:normAutofit/>
          </a:bodyPr>
          <a:lstStyle/>
          <a:p>
            <a:r>
              <a:rPr lang="en-US" dirty="0"/>
              <a:t>Problem 12: High Purchase Frequency</a:t>
            </a:r>
          </a:p>
        </p:txBody>
      </p:sp>
      <p:sp>
        <p:nvSpPr>
          <p:cNvPr id="3" name="Content Placeholder 2">
            <a:extLst>
              <a:ext uri="{FF2B5EF4-FFF2-40B4-BE49-F238E27FC236}">
                <a16:creationId xmlns:a16="http://schemas.microsoft.com/office/drawing/2014/main" id="{F800F991-5606-9231-A9C4-B78AF1853231}"/>
              </a:ext>
            </a:extLst>
          </p:cNvPr>
          <p:cNvSpPr>
            <a:spLocks noGrp="1"/>
          </p:cNvSpPr>
          <p:nvPr>
            <p:ph idx="1"/>
          </p:nvPr>
        </p:nvSpPr>
        <p:spPr/>
        <p:txBody>
          <a:bodyPr>
            <a:normAutofit/>
          </a:bodyPr>
          <a:lstStyle/>
          <a:p>
            <a:r>
              <a:rPr lang="en-US" sz="1800" dirty="0"/>
              <a:t>Write a SQL query that describes the number of transactions along with the total amount spent by each customer who is on the higher side, and will help us understand the customers who make high-frequency purchases in the company.</a:t>
            </a:r>
          </a:p>
        </p:txBody>
      </p:sp>
    </p:spTree>
    <p:extLst>
      <p:ext uri="{BB962C8B-B14F-4D97-AF65-F5344CB8AC3E}">
        <p14:creationId xmlns:p14="http://schemas.microsoft.com/office/powerpoint/2010/main" val="1241903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92E3C-0D9B-EC0D-E094-A8C2AB09D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2BAD6-0D7B-8A8C-7D56-540B2C032626}"/>
              </a:ext>
            </a:extLst>
          </p:cNvPr>
          <p:cNvSpPr>
            <a:spLocks noGrp="1"/>
          </p:cNvSpPr>
          <p:nvPr>
            <p:ph type="title"/>
          </p:nvPr>
        </p:nvSpPr>
        <p:spPr/>
        <p:txBody>
          <a:bodyPr/>
          <a:lstStyle/>
          <a:p>
            <a:r>
              <a:rPr lang="en-US" dirty="0"/>
              <a:t>Solution: </a:t>
            </a:r>
          </a:p>
        </p:txBody>
      </p:sp>
      <p:pic>
        <p:nvPicPr>
          <p:cNvPr id="13" name="Content Placeholder 12">
            <a:extLst>
              <a:ext uri="{FF2B5EF4-FFF2-40B4-BE49-F238E27FC236}">
                <a16:creationId xmlns:a16="http://schemas.microsoft.com/office/drawing/2014/main" id="{C0F12387-570F-0FEF-EB69-E0F555DC8803}"/>
              </a:ext>
            </a:extLst>
          </p:cNvPr>
          <p:cNvPicPr>
            <a:picLocks noGrp="1" noChangeAspect="1"/>
          </p:cNvPicPr>
          <p:nvPr>
            <p:ph idx="1"/>
          </p:nvPr>
        </p:nvPicPr>
        <p:blipFill>
          <a:blip r:embed="rId2"/>
          <a:stretch>
            <a:fillRect/>
          </a:stretch>
        </p:blipFill>
        <p:spPr>
          <a:xfrm>
            <a:off x="4572000" y="2288776"/>
            <a:ext cx="6022079" cy="22713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846676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7A9BF-52EC-8723-DE36-1961E1DC8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C0F4C-818E-C589-0007-08397D92F42F}"/>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7A52AE3C-370B-2212-06D0-1B680064674E}"/>
              </a:ext>
            </a:extLst>
          </p:cNvPr>
          <p:cNvPicPr>
            <a:picLocks noGrp="1" noChangeAspect="1"/>
          </p:cNvPicPr>
          <p:nvPr>
            <p:ph idx="1"/>
          </p:nvPr>
        </p:nvPicPr>
        <p:blipFill>
          <a:blip r:embed="rId2"/>
          <a:stretch>
            <a:fillRect/>
          </a:stretch>
        </p:blipFill>
        <p:spPr>
          <a:xfrm>
            <a:off x="5761703" y="1159196"/>
            <a:ext cx="4108201" cy="45658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980037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55241-A665-30B1-2DF8-3E58BA238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8805E-1084-39D1-615F-572F25262C25}"/>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D90A6216-8864-590E-55A8-7D3F37F3B4E6}"/>
              </a:ext>
            </a:extLst>
          </p:cNvPr>
          <p:cNvSpPr>
            <a:spLocks noGrp="1"/>
          </p:cNvSpPr>
          <p:nvPr>
            <p:ph idx="1"/>
          </p:nvPr>
        </p:nvSpPr>
        <p:spPr/>
        <p:txBody>
          <a:bodyPr>
            <a:normAutofit/>
          </a:bodyPr>
          <a:lstStyle/>
          <a:p>
            <a:r>
              <a:rPr lang="en-US" sz="1600" dirty="0"/>
              <a:t>The query highlights customers who make frequent purchases and have high total spending, identifying the company’s most valuable buyers.</a:t>
            </a:r>
          </a:p>
          <a:p>
            <a:r>
              <a:rPr lang="en-US" sz="1600" dirty="0"/>
              <a:t>These customers represent a strong loyalty segment and contribute significantly to overall revenue.</a:t>
            </a:r>
          </a:p>
          <a:p>
            <a:r>
              <a:rPr lang="en-US" sz="1600" dirty="0"/>
              <a:t>Understanding this group helps in designing targeted loyalty programs, </a:t>
            </a:r>
            <a:r>
              <a:rPr lang="en-US" sz="1600" dirty="0" err="1"/>
              <a:t>personalised</a:t>
            </a:r>
            <a:r>
              <a:rPr lang="en-US" sz="1600" dirty="0"/>
              <a:t> offers, and retention strategies.</a:t>
            </a:r>
          </a:p>
          <a:p>
            <a:r>
              <a:rPr lang="en-US" sz="1600" dirty="0"/>
              <a:t>It also supports prioritizing customer service and engagement efforts for high-value customers.</a:t>
            </a:r>
          </a:p>
        </p:txBody>
      </p:sp>
    </p:spTree>
    <p:extLst>
      <p:ext uri="{BB962C8B-B14F-4D97-AF65-F5344CB8AC3E}">
        <p14:creationId xmlns:p14="http://schemas.microsoft.com/office/powerpoint/2010/main" val="5493762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7F235-6477-D337-5C91-2A67D4738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318D3-3186-BF91-2681-652882486E2F}"/>
              </a:ext>
            </a:extLst>
          </p:cNvPr>
          <p:cNvSpPr>
            <a:spLocks noGrp="1"/>
          </p:cNvSpPr>
          <p:nvPr>
            <p:ph type="title"/>
          </p:nvPr>
        </p:nvSpPr>
        <p:spPr/>
        <p:txBody>
          <a:bodyPr>
            <a:normAutofit/>
          </a:bodyPr>
          <a:lstStyle/>
          <a:p>
            <a:r>
              <a:rPr lang="en-US" dirty="0"/>
              <a:t>Problem 13: Occasional Customers</a:t>
            </a:r>
          </a:p>
        </p:txBody>
      </p:sp>
      <p:sp>
        <p:nvSpPr>
          <p:cNvPr id="3" name="Content Placeholder 2">
            <a:extLst>
              <a:ext uri="{FF2B5EF4-FFF2-40B4-BE49-F238E27FC236}">
                <a16:creationId xmlns:a16="http://schemas.microsoft.com/office/drawing/2014/main" id="{5D439512-1810-3AEC-10FE-C4BB4480908F}"/>
              </a:ext>
            </a:extLst>
          </p:cNvPr>
          <p:cNvSpPr>
            <a:spLocks noGrp="1"/>
          </p:cNvSpPr>
          <p:nvPr>
            <p:ph idx="1"/>
          </p:nvPr>
        </p:nvSpPr>
        <p:spPr/>
        <p:txBody>
          <a:bodyPr>
            <a:normAutofit/>
          </a:bodyPr>
          <a:lstStyle/>
          <a:p>
            <a:r>
              <a:rPr lang="en-US" sz="1800" dirty="0"/>
              <a:t>Write a SQL query that describes the number of transactions along with the total amount spent by each customer, which will help us understand the customers who are occasional customers or have low purchase frequency in the company.</a:t>
            </a:r>
          </a:p>
        </p:txBody>
      </p:sp>
    </p:spTree>
    <p:extLst>
      <p:ext uri="{BB962C8B-B14F-4D97-AF65-F5344CB8AC3E}">
        <p14:creationId xmlns:p14="http://schemas.microsoft.com/office/powerpoint/2010/main" val="17188942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F7C3E-4C44-94A0-723A-BD98ED1DE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7E75B-99CA-1174-21F4-02EAC6FF981F}"/>
              </a:ext>
            </a:extLst>
          </p:cNvPr>
          <p:cNvSpPr>
            <a:spLocks noGrp="1"/>
          </p:cNvSpPr>
          <p:nvPr>
            <p:ph type="title"/>
          </p:nvPr>
        </p:nvSpPr>
        <p:spPr/>
        <p:txBody>
          <a:bodyPr/>
          <a:lstStyle/>
          <a:p>
            <a:r>
              <a:rPr lang="en-US" dirty="0"/>
              <a:t>Solution: </a:t>
            </a:r>
          </a:p>
        </p:txBody>
      </p:sp>
      <p:pic>
        <p:nvPicPr>
          <p:cNvPr id="11" name="Content Placeholder 10">
            <a:extLst>
              <a:ext uri="{FF2B5EF4-FFF2-40B4-BE49-F238E27FC236}">
                <a16:creationId xmlns:a16="http://schemas.microsoft.com/office/drawing/2014/main" id="{5440A54F-E8BE-F05C-FF1A-BC58B4AB1084}"/>
              </a:ext>
            </a:extLst>
          </p:cNvPr>
          <p:cNvPicPr>
            <a:picLocks noGrp="1" noChangeAspect="1"/>
          </p:cNvPicPr>
          <p:nvPr>
            <p:ph idx="1"/>
          </p:nvPr>
        </p:nvPicPr>
        <p:blipFill>
          <a:blip r:embed="rId2"/>
          <a:stretch>
            <a:fillRect/>
          </a:stretch>
        </p:blipFill>
        <p:spPr>
          <a:xfrm>
            <a:off x="4540487" y="2184221"/>
            <a:ext cx="6164101" cy="248955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545615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03D65-3CEB-DBDF-F5D1-D0BD7DC24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E69F6-8DE2-4634-807B-A03F5074B2D6}"/>
              </a:ext>
            </a:extLst>
          </p:cNvPr>
          <p:cNvSpPr>
            <a:spLocks noGrp="1"/>
          </p:cNvSpPr>
          <p:nvPr>
            <p:ph type="title"/>
          </p:nvPr>
        </p:nvSpPr>
        <p:spPr/>
        <p:txBody>
          <a:bodyPr/>
          <a:lstStyle/>
          <a:p>
            <a:r>
              <a:rPr lang="en-US" dirty="0"/>
              <a:t>Output:</a:t>
            </a:r>
          </a:p>
        </p:txBody>
      </p:sp>
      <p:pic>
        <p:nvPicPr>
          <p:cNvPr id="9" name="Content Placeholder 8">
            <a:extLst>
              <a:ext uri="{FF2B5EF4-FFF2-40B4-BE49-F238E27FC236}">
                <a16:creationId xmlns:a16="http://schemas.microsoft.com/office/drawing/2014/main" id="{C42BDA69-DE53-6377-E78F-BF56A0C5E2E6}"/>
              </a:ext>
            </a:extLst>
          </p:cNvPr>
          <p:cNvPicPr>
            <a:picLocks noGrp="1" noChangeAspect="1"/>
          </p:cNvPicPr>
          <p:nvPr>
            <p:ph idx="1"/>
          </p:nvPr>
        </p:nvPicPr>
        <p:blipFill>
          <a:blip r:embed="rId2"/>
          <a:stretch>
            <a:fillRect/>
          </a:stretch>
        </p:blipFill>
        <p:spPr>
          <a:xfrm>
            <a:off x="5682993" y="980734"/>
            <a:ext cx="3686689" cy="48870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710784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56130-2804-02B7-294F-EA7E4F5AD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11BF5F-3863-9247-D214-57384A77F806}"/>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638EAE87-0648-9011-51EC-47CDE0CE6F61}"/>
              </a:ext>
            </a:extLst>
          </p:cNvPr>
          <p:cNvSpPr>
            <a:spLocks noGrp="1"/>
          </p:cNvSpPr>
          <p:nvPr>
            <p:ph idx="1"/>
          </p:nvPr>
        </p:nvSpPr>
        <p:spPr/>
        <p:txBody>
          <a:bodyPr>
            <a:normAutofit/>
          </a:bodyPr>
          <a:lstStyle/>
          <a:p>
            <a:r>
              <a:rPr lang="en-US" sz="1600" dirty="0"/>
              <a:t>The query identifies customers who have made only one or two transactions, indicating low purchase frequency.</a:t>
            </a:r>
          </a:p>
          <a:p>
            <a:r>
              <a:rPr lang="en-US" sz="1600" dirty="0"/>
              <a:t>It helps pinpoint occasional or inactive customers who may require re-engagement.</a:t>
            </a:r>
          </a:p>
          <a:p>
            <a:r>
              <a:rPr lang="en-US" sz="1600" dirty="0"/>
              <a:t>It shows the total amount spent by these customers, helping assess their revenue contribution.</a:t>
            </a:r>
          </a:p>
          <a:p>
            <a:r>
              <a:rPr lang="en-US" sz="1600" dirty="0"/>
              <a:t>These insights support the design of targeted marketing efforts to encourage repeat purchases and enhance customer retention.</a:t>
            </a:r>
          </a:p>
        </p:txBody>
      </p:sp>
    </p:spTree>
    <p:extLst>
      <p:ext uri="{BB962C8B-B14F-4D97-AF65-F5344CB8AC3E}">
        <p14:creationId xmlns:p14="http://schemas.microsoft.com/office/powerpoint/2010/main" val="28446473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723A7-34EC-CA76-54DD-65CF8D64DF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6B642-467E-AD5A-09C3-DA97AB66705C}"/>
              </a:ext>
            </a:extLst>
          </p:cNvPr>
          <p:cNvSpPr>
            <a:spLocks noGrp="1"/>
          </p:cNvSpPr>
          <p:nvPr>
            <p:ph type="title"/>
          </p:nvPr>
        </p:nvSpPr>
        <p:spPr/>
        <p:txBody>
          <a:bodyPr/>
          <a:lstStyle/>
          <a:p>
            <a:r>
              <a:rPr lang="en-US" dirty="0"/>
              <a:t>Problem 14: Repeat Purchases</a:t>
            </a:r>
          </a:p>
        </p:txBody>
      </p:sp>
      <p:sp>
        <p:nvSpPr>
          <p:cNvPr id="3" name="Content Placeholder 2">
            <a:extLst>
              <a:ext uri="{FF2B5EF4-FFF2-40B4-BE49-F238E27FC236}">
                <a16:creationId xmlns:a16="http://schemas.microsoft.com/office/drawing/2014/main" id="{B6E5BC53-C520-CC39-429C-B059E2E2DD96}"/>
              </a:ext>
            </a:extLst>
          </p:cNvPr>
          <p:cNvSpPr>
            <a:spLocks noGrp="1"/>
          </p:cNvSpPr>
          <p:nvPr>
            <p:ph idx="1"/>
          </p:nvPr>
        </p:nvSpPr>
        <p:spPr/>
        <p:txBody>
          <a:bodyPr>
            <a:normAutofit/>
          </a:bodyPr>
          <a:lstStyle/>
          <a:p>
            <a:r>
              <a:rPr lang="en-US" sz="1800" dirty="0"/>
              <a:t>Write a SQL query that calculates the total number of purchases made by each customer for each </a:t>
            </a:r>
            <a:r>
              <a:rPr lang="en-US" sz="1800" dirty="0" err="1"/>
              <a:t>productID</a:t>
            </a:r>
            <a:r>
              <a:rPr lang="en-US" sz="1800" dirty="0"/>
              <a:t> to identify repeat customers within the company.</a:t>
            </a:r>
          </a:p>
        </p:txBody>
      </p:sp>
    </p:spTree>
    <p:extLst>
      <p:ext uri="{BB962C8B-B14F-4D97-AF65-F5344CB8AC3E}">
        <p14:creationId xmlns:p14="http://schemas.microsoft.com/office/powerpoint/2010/main" val="12070773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8ED98-67DB-5835-BFC3-4A6CDC804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A7F75-0924-931F-3C74-80B9D56540D4}"/>
              </a:ext>
            </a:extLst>
          </p:cNvPr>
          <p:cNvSpPr>
            <a:spLocks noGrp="1"/>
          </p:cNvSpPr>
          <p:nvPr>
            <p:ph type="title"/>
          </p:nvPr>
        </p:nvSpPr>
        <p:spPr/>
        <p:txBody>
          <a:bodyPr/>
          <a:lstStyle/>
          <a:p>
            <a:r>
              <a:rPr lang="en-US" dirty="0"/>
              <a:t>Solution: </a:t>
            </a:r>
          </a:p>
        </p:txBody>
      </p:sp>
      <p:pic>
        <p:nvPicPr>
          <p:cNvPr id="7" name="Content Placeholder 6">
            <a:extLst>
              <a:ext uri="{FF2B5EF4-FFF2-40B4-BE49-F238E27FC236}">
                <a16:creationId xmlns:a16="http://schemas.microsoft.com/office/drawing/2014/main" id="{021B8757-FE61-8703-2D19-E81705130F6B}"/>
              </a:ext>
            </a:extLst>
          </p:cNvPr>
          <p:cNvPicPr>
            <a:picLocks noGrp="1" noChangeAspect="1"/>
          </p:cNvPicPr>
          <p:nvPr>
            <p:ph idx="1"/>
          </p:nvPr>
        </p:nvPicPr>
        <p:blipFill>
          <a:blip r:embed="rId2"/>
          <a:stretch>
            <a:fillRect/>
          </a:stretch>
        </p:blipFill>
        <p:spPr>
          <a:xfrm>
            <a:off x="5083278" y="2161026"/>
            <a:ext cx="4913396" cy="25359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330429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EFC88-6C9B-BB09-F8E5-523231B42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E1BB5-DD1E-8A47-6709-B8FB90A762BD}"/>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69F89BEB-55DE-BBC8-3467-65A95D9F41B0}"/>
              </a:ext>
            </a:extLst>
          </p:cNvPr>
          <p:cNvPicPr>
            <a:picLocks noGrp="1" noChangeAspect="1"/>
          </p:cNvPicPr>
          <p:nvPr>
            <p:ph idx="1"/>
          </p:nvPr>
        </p:nvPicPr>
        <p:blipFill>
          <a:blip r:embed="rId2"/>
          <a:stretch>
            <a:fillRect/>
          </a:stretch>
        </p:blipFill>
        <p:spPr>
          <a:xfrm>
            <a:off x="6065631" y="863600"/>
            <a:ext cx="2921414" cy="512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120582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A6C1-20B2-5401-0969-0A07F4D5C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95E40-1DEC-323E-15E8-6C0CD559304F}"/>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0C01C471-1836-23E0-50FA-0FCE96CB5CF8}"/>
              </a:ext>
            </a:extLst>
          </p:cNvPr>
          <p:cNvSpPr>
            <a:spLocks noGrp="1"/>
          </p:cNvSpPr>
          <p:nvPr>
            <p:ph idx="1"/>
          </p:nvPr>
        </p:nvSpPr>
        <p:spPr/>
        <p:txBody>
          <a:bodyPr>
            <a:normAutofit/>
          </a:bodyPr>
          <a:lstStyle/>
          <a:p>
            <a:r>
              <a:rPr lang="en-US" sz="1600" dirty="0"/>
              <a:t>The query identifies customers who have purchased the same product more than once, showing clear repeat-buying behavior.</a:t>
            </a:r>
          </a:p>
          <a:p>
            <a:r>
              <a:rPr lang="en-US" sz="1600" dirty="0"/>
              <a:t>It helps recognize loyal and highly engaged customers for specific products.</a:t>
            </a:r>
          </a:p>
          <a:p>
            <a:r>
              <a:rPr lang="en-US" sz="1600" dirty="0"/>
              <a:t>It highlights which products generate strong repeat demand and customer retention.</a:t>
            </a:r>
          </a:p>
          <a:p>
            <a:r>
              <a:rPr lang="en-US" sz="1600" dirty="0"/>
              <a:t>These insights help shape targeted upsell, cross-sell, and loyalty strategies for repeat customers.</a:t>
            </a:r>
          </a:p>
        </p:txBody>
      </p:sp>
    </p:spTree>
    <p:extLst>
      <p:ext uri="{BB962C8B-B14F-4D97-AF65-F5344CB8AC3E}">
        <p14:creationId xmlns:p14="http://schemas.microsoft.com/office/powerpoint/2010/main" val="7843319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E2126-3103-D6C3-3593-E17F3867F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0FD39-1A9C-7281-F6A5-05B4E9B1D803}"/>
              </a:ext>
            </a:extLst>
          </p:cNvPr>
          <p:cNvSpPr>
            <a:spLocks noGrp="1"/>
          </p:cNvSpPr>
          <p:nvPr>
            <p:ph type="title"/>
          </p:nvPr>
        </p:nvSpPr>
        <p:spPr/>
        <p:txBody>
          <a:bodyPr/>
          <a:lstStyle/>
          <a:p>
            <a:r>
              <a:rPr lang="en-US" dirty="0"/>
              <a:t>Problem 15: Loyalty Indicators</a:t>
            </a:r>
          </a:p>
        </p:txBody>
      </p:sp>
      <p:sp>
        <p:nvSpPr>
          <p:cNvPr id="3" name="Content Placeholder 2">
            <a:extLst>
              <a:ext uri="{FF2B5EF4-FFF2-40B4-BE49-F238E27FC236}">
                <a16:creationId xmlns:a16="http://schemas.microsoft.com/office/drawing/2014/main" id="{4DD155C1-DE49-1EB5-30B4-9FEE26973D77}"/>
              </a:ext>
            </a:extLst>
          </p:cNvPr>
          <p:cNvSpPr>
            <a:spLocks noGrp="1"/>
          </p:cNvSpPr>
          <p:nvPr>
            <p:ph idx="1"/>
          </p:nvPr>
        </p:nvSpPr>
        <p:spPr/>
        <p:txBody>
          <a:bodyPr>
            <a:normAutofit/>
          </a:bodyPr>
          <a:lstStyle/>
          <a:p>
            <a:r>
              <a:rPr lang="en-US" sz="1800" dirty="0"/>
              <a:t>Write a SQL query that describes the duration between the first and the last purchase of the customer in that particular company to understand the loyalty of the customer.</a:t>
            </a:r>
          </a:p>
        </p:txBody>
      </p:sp>
    </p:spTree>
    <p:extLst>
      <p:ext uri="{BB962C8B-B14F-4D97-AF65-F5344CB8AC3E}">
        <p14:creationId xmlns:p14="http://schemas.microsoft.com/office/powerpoint/2010/main" val="9120046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0088D-D0D4-24CC-DC50-9D65703CD5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97E75-E17C-DEAC-FC85-CDC94781DF23}"/>
              </a:ext>
            </a:extLst>
          </p:cNvPr>
          <p:cNvSpPr>
            <a:spLocks noGrp="1"/>
          </p:cNvSpPr>
          <p:nvPr>
            <p:ph type="title"/>
          </p:nvPr>
        </p:nvSpPr>
        <p:spPr/>
        <p:txBody>
          <a:bodyPr/>
          <a:lstStyle/>
          <a:p>
            <a:r>
              <a:rPr lang="en-US" dirty="0"/>
              <a:t>Solution: </a:t>
            </a:r>
          </a:p>
        </p:txBody>
      </p:sp>
      <p:pic>
        <p:nvPicPr>
          <p:cNvPr id="7" name="Content Placeholder 6">
            <a:extLst>
              <a:ext uri="{FF2B5EF4-FFF2-40B4-BE49-F238E27FC236}">
                <a16:creationId xmlns:a16="http://schemas.microsoft.com/office/drawing/2014/main" id="{4A813A53-E0CD-DAC8-43E7-89C087353C1B}"/>
              </a:ext>
            </a:extLst>
          </p:cNvPr>
          <p:cNvPicPr>
            <a:picLocks noGrp="1" noChangeAspect="1"/>
          </p:cNvPicPr>
          <p:nvPr>
            <p:ph idx="1"/>
          </p:nvPr>
        </p:nvPicPr>
        <p:blipFill>
          <a:blip r:embed="rId2"/>
          <a:srcRect r="2752"/>
          <a:stretch>
            <a:fillRect/>
          </a:stretch>
        </p:blipFill>
        <p:spPr>
          <a:xfrm>
            <a:off x="4094876" y="2282992"/>
            <a:ext cx="7113894" cy="22824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855285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B7F3D-CAC4-8F8D-A128-A91A270B1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60E4F-EE56-9E14-0F06-559C689FD0F6}"/>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14C2E8F3-7C3A-8892-400E-EF7AF6051E9C}"/>
              </a:ext>
            </a:extLst>
          </p:cNvPr>
          <p:cNvPicPr>
            <a:picLocks noGrp="1" noChangeAspect="1"/>
          </p:cNvPicPr>
          <p:nvPr>
            <p:ph idx="1"/>
          </p:nvPr>
        </p:nvPicPr>
        <p:blipFill>
          <a:blip r:embed="rId2"/>
          <a:stretch>
            <a:fillRect/>
          </a:stretch>
        </p:blipFill>
        <p:spPr>
          <a:xfrm>
            <a:off x="5154282" y="947392"/>
            <a:ext cx="4744112" cy="49536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352930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D95BB-EE75-EA3A-3325-AC08814D69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2F14E-69FF-4C49-260B-89C1F2241696}"/>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3356C98C-EF90-CA8A-7DD9-AF328D7F39BB}"/>
              </a:ext>
            </a:extLst>
          </p:cNvPr>
          <p:cNvSpPr>
            <a:spLocks noGrp="1"/>
          </p:cNvSpPr>
          <p:nvPr>
            <p:ph idx="1"/>
          </p:nvPr>
        </p:nvSpPr>
        <p:spPr/>
        <p:txBody>
          <a:bodyPr>
            <a:normAutofit/>
          </a:bodyPr>
          <a:lstStyle/>
          <a:p>
            <a:r>
              <a:rPr lang="en-US" sz="1600" dirty="0"/>
              <a:t>This query identifies how long each customer has been purchasing from the company by calculating the time between their first and last transactions.</a:t>
            </a:r>
          </a:p>
          <a:p>
            <a:r>
              <a:rPr lang="en-US" sz="1600" dirty="0"/>
              <a:t>It helps determine which customers show strong loyalty by maintaining a long and consistent purchasing relationship.</a:t>
            </a:r>
          </a:p>
          <a:p>
            <a:r>
              <a:rPr lang="en-US" sz="1600" dirty="0"/>
              <a:t>It also highlights customers with shorter engagement periods, allowing the company to assess potential churn risk and take action to improve retention.</a:t>
            </a:r>
          </a:p>
        </p:txBody>
      </p:sp>
    </p:spTree>
    <p:extLst>
      <p:ext uri="{BB962C8B-B14F-4D97-AF65-F5344CB8AC3E}">
        <p14:creationId xmlns:p14="http://schemas.microsoft.com/office/powerpoint/2010/main" val="42098976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6BEEF-D9AF-0DCB-3383-6FA6E43E9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369221-52BA-BDAD-9F87-BC0011CB7867}"/>
              </a:ext>
            </a:extLst>
          </p:cNvPr>
          <p:cNvSpPr>
            <a:spLocks noGrp="1"/>
          </p:cNvSpPr>
          <p:nvPr>
            <p:ph type="title"/>
          </p:nvPr>
        </p:nvSpPr>
        <p:spPr/>
        <p:txBody>
          <a:bodyPr>
            <a:normAutofit/>
          </a:bodyPr>
          <a:lstStyle/>
          <a:p>
            <a:r>
              <a:rPr lang="en-US" dirty="0"/>
              <a:t>Problem 16: Customer Segmentation</a:t>
            </a:r>
          </a:p>
        </p:txBody>
      </p:sp>
      <p:sp>
        <p:nvSpPr>
          <p:cNvPr id="3" name="Content Placeholder 2">
            <a:extLst>
              <a:ext uri="{FF2B5EF4-FFF2-40B4-BE49-F238E27FC236}">
                <a16:creationId xmlns:a16="http://schemas.microsoft.com/office/drawing/2014/main" id="{97D269BE-E432-2D53-9878-C255666A922C}"/>
              </a:ext>
            </a:extLst>
          </p:cNvPr>
          <p:cNvSpPr>
            <a:spLocks noGrp="1"/>
          </p:cNvSpPr>
          <p:nvPr>
            <p:ph idx="1"/>
          </p:nvPr>
        </p:nvSpPr>
        <p:spPr/>
        <p:txBody>
          <a:bodyPr>
            <a:normAutofit/>
          </a:bodyPr>
          <a:lstStyle/>
          <a:p>
            <a:r>
              <a:rPr lang="en-US" sz="1800" dirty="0"/>
              <a:t>Write an SQL query that segments customers based on the total quantity of products they have purchased. Also, count the number of customers in each segment, which will help us target a particular segment for marketing.</a:t>
            </a:r>
          </a:p>
        </p:txBody>
      </p:sp>
    </p:spTree>
    <p:extLst>
      <p:ext uri="{BB962C8B-B14F-4D97-AF65-F5344CB8AC3E}">
        <p14:creationId xmlns:p14="http://schemas.microsoft.com/office/powerpoint/2010/main" val="35482013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C8117-4DDD-017C-70FB-9AFE8E76B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DAAC1-4D0A-0EE1-AE30-F630822052EE}"/>
              </a:ext>
            </a:extLst>
          </p:cNvPr>
          <p:cNvSpPr>
            <a:spLocks noGrp="1"/>
          </p:cNvSpPr>
          <p:nvPr>
            <p:ph type="title"/>
          </p:nvPr>
        </p:nvSpPr>
        <p:spPr/>
        <p:txBody>
          <a:bodyPr/>
          <a:lstStyle/>
          <a:p>
            <a:r>
              <a:rPr lang="en-US" dirty="0"/>
              <a:t>Solution: </a:t>
            </a:r>
          </a:p>
        </p:txBody>
      </p:sp>
      <p:pic>
        <p:nvPicPr>
          <p:cNvPr id="7" name="Content Placeholder 6">
            <a:extLst>
              <a:ext uri="{FF2B5EF4-FFF2-40B4-BE49-F238E27FC236}">
                <a16:creationId xmlns:a16="http://schemas.microsoft.com/office/drawing/2014/main" id="{02006CEC-1117-0201-89F1-ECF9521F72AC}"/>
              </a:ext>
            </a:extLst>
          </p:cNvPr>
          <p:cNvPicPr>
            <a:picLocks noGrp="1" noChangeAspect="1"/>
          </p:cNvPicPr>
          <p:nvPr>
            <p:ph idx="1"/>
          </p:nvPr>
        </p:nvPicPr>
        <p:blipFill>
          <a:blip r:embed="rId2"/>
          <a:stretch>
            <a:fillRect/>
          </a:stretch>
        </p:blipFill>
        <p:spPr>
          <a:xfrm>
            <a:off x="4544597" y="1242708"/>
            <a:ext cx="5963482" cy="4363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118063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E4A0-747E-11CF-0BFC-E4004E6F3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5AE2F5-D76A-84A9-F688-840D22598B71}"/>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EC19B4C9-DD1A-A015-F929-D3CD33F80455}"/>
              </a:ext>
            </a:extLst>
          </p:cNvPr>
          <p:cNvPicPr>
            <a:picLocks noGrp="1" noChangeAspect="1"/>
          </p:cNvPicPr>
          <p:nvPr>
            <p:ph idx="1"/>
          </p:nvPr>
        </p:nvPicPr>
        <p:blipFill>
          <a:blip r:embed="rId2"/>
          <a:stretch>
            <a:fillRect/>
          </a:stretch>
        </p:blipFill>
        <p:spPr>
          <a:xfrm>
            <a:off x="5850195" y="2507243"/>
            <a:ext cx="3539548" cy="18435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470856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66711-0D47-7DC1-CBDE-9126BC89E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3D999-BCE6-9DC2-713B-2000CA426393}"/>
              </a:ext>
            </a:extLst>
          </p:cNvPr>
          <p:cNvSpPr>
            <a:spLocks noGrp="1"/>
          </p:cNvSpPr>
          <p:nvPr>
            <p:ph type="title"/>
          </p:nvPr>
        </p:nvSpPr>
        <p:spPr/>
        <p:txBody>
          <a:bodyPr/>
          <a:lstStyle/>
          <a:p>
            <a:r>
              <a:rPr lang="en-US" dirty="0"/>
              <a:t>Insights Drawn: </a:t>
            </a:r>
          </a:p>
        </p:txBody>
      </p:sp>
      <p:sp>
        <p:nvSpPr>
          <p:cNvPr id="5" name="Content Placeholder 4">
            <a:extLst>
              <a:ext uri="{FF2B5EF4-FFF2-40B4-BE49-F238E27FC236}">
                <a16:creationId xmlns:a16="http://schemas.microsoft.com/office/drawing/2014/main" id="{856DC6D6-EAB9-1AAC-DEAB-43B0539925A7}"/>
              </a:ext>
            </a:extLst>
          </p:cNvPr>
          <p:cNvSpPr>
            <a:spLocks noGrp="1"/>
          </p:cNvSpPr>
          <p:nvPr>
            <p:ph idx="1"/>
          </p:nvPr>
        </p:nvSpPr>
        <p:spPr/>
        <p:txBody>
          <a:bodyPr>
            <a:normAutofit/>
          </a:bodyPr>
          <a:lstStyle/>
          <a:p>
            <a:r>
              <a:rPr lang="en-US" sz="1600" dirty="0"/>
              <a:t>The query segments customers into High, Medium, and Low purchase groups based on the total quantity they have bought.</a:t>
            </a:r>
          </a:p>
          <a:p>
            <a:r>
              <a:rPr lang="en-US" sz="1600" dirty="0"/>
              <a:t>It helps identify which customer segment is the largest, showing where most customers fall.</a:t>
            </a:r>
          </a:p>
          <a:p>
            <a:r>
              <a:rPr lang="en-US" sz="1600" dirty="0"/>
              <a:t>It highlights high-value customers who purchase the most and may need premium or loyalty-focused marketing.</a:t>
            </a:r>
          </a:p>
          <a:p>
            <a:r>
              <a:rPr lang="en-US" sz="1600" dirty="0"/>
              <a:t>It also identifies low-purchase customers, useful for re-engagement or targeted promotional campaigns.</a:t>
            </a:r>
          </a:p>
        </p:txBody>
      </p:sp>
    </p:spTree>
    <p:extLst>
      <p:ext uri="{BB962C8B-B14F-4D97-AF65-F5344CB8AC3E}">
        <p14:creationId xmlns:p14="http://schemas.microsoft.com/office/powerpoint/2010/main" val="38042576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401DF-13A2-8C36-3E89-BD293EF5A607}"/>
              </a:ext>
            </a:extLst>
          </p:cNvPr>
          <p:cNvSpPr>
            <a:spLocks noGrp="1"/>
          </p:cNvSpPr>
          <p:nvPr>
            <p:ph type="ctrTitle"/>
          </p:nvPr>
        </p:nvSpPr>
        <p:spPr>
          <a:xfrm>
            <a:off x="1069848" y="2605548"/>
            <a:ext cx="7315200" cy="1288025"/>
          </a:xfrm>
        </p:spPr>
        <p:txBody>
          <a:bodyPr/>
          <a:lstStyle/>
          <a:p>
            <a:r>
              <a:rPr lang="en-US" dirty="0"/>
              <a:t>THANK YOU!</a:t>
            </a:r>
          </a:p>
        </p:txBody>
      </p:sp>
      <p:sp>
        <p:nvSpPr>
          <p:cNvPr id="3" name="Subtitle 2">
            <a:extLst>
              <a:ext uri="{FF2B5EF4-FFF2-40B4-BE49-F238E27FC236}">
                <a16:creationId xmlns:a16="http://schemas.microsoft.com/office/drawing/2014/main" id="{85F32425-926A-D891-EAF6-70C73B369680}"/>
              </a:ext>
            </a:extLst>
          </p:cNvPr>
          <p:cNvSpPr>
            <a:spLocks noGrp="1"/>
          </p:cNvSpPr>
          <p:nvPr>
            <p:ph type="subTitle" idx="1"/>
          </p:nvPr>
        </p:nvSpPr>
        <p:spPr>
          <a:xfrm>
            <a:off x="1069848" y="4031150"/>
            <a:ext cx="7315200" cy="914400"/>
          </a:xfrm>
        </p:spPr>
        <p:txBody>
          <a:bodyPr>
            <a:normAutofit fontScale="70000" lnSpcReduction="20000"/>
          </a:bodyPr>
          <a:lstStyle/>
          <a:p>
            <a:r>
              <a:rPr lang="en-US" dirty="0"/>
              <a:t>ANKITA DUTTA</a:t>
            </a:r>
          </a:p>
          <a:p>
            <a:r>
              <a:rPr lang="en-US" dirty="0"/>
              <a:t>Email ID: </a:t>
            </a:r>
            <a:r>
              <a:rPr lang="en-US" sz="2100" dirty="0">
                <a:hlinkClick r:id="rId2">
                  <a:extLst>
                    <a:ext uri="{A12FA001-AC4F-418D-AE19-62706E023703}">
                      <ahyp:hlinkClr xmlns:ahyp="http://schemas.microsoft.com/office/drawing/2018/hyperlinkcolor" val="tx"/>
                    </a:ext>
                  </a:extLst>
                </a:hlinkClick>
              </a:rPr>
              <a:t>duttankita.17@gmail.com</a:t>
            </a:r>
            <a:endParaRPr lang="en-US" sz="2100" dirty="0"/>
          </a:p>
          <a:p>
            <a:r>
              <a:rPr lang="en-US" sz="2100" dirty="0"/>
              <a:t>Mobile No.: 8013691874</a:t>
            </a:r>
          </a:p>
        </p:txBody>
      </p:sp>
    </p:spTree>
    <p:extLst>
      <p:ext uri="{BB962C8B-B14F-4D97-AF65-F5344CB8AC3E}">
        <p14:creationId xmlns:p14="http://schemas.microsoft.com/office/powerpoint/2010/main" val="3144743087"/>
      </p:ext>
    </p:extLst>
  </p:cSld>
  <p:clrMapOvr>
    <a:masterClrMapping/>
  </p:clrMapOvr>
</p:sld>
</file>

<file path=ppt/theme/theme1.xml><?xml version="1.0" encoding="utf-8"?>
<a:theme xmlns:a="http://schemas.openxmlformats.org/drawingml/2006/main" name="Fra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docProps/app.xml><?xml version="1.0" encoding="utf-8"?>
<Properties xmlns="http://schemas.openxmlformats.org/officeDocument/2006/extended-properties" xmlns:vt="http://schemas.openxmlformats.org/officeDocument/2006/docPropsVTypes">
  <Template>Frame</Template>
  <TotalTime>532</TotalTime>
  <Words>1971</Words>
  <Application>Microsoft Office PowerPoint</Application>
  <PresentationFormat>Widescreen</PresentationFormat>
  <Paragraphs>157</Paragraphs>
  <Slides>67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67</vt:i4>
      </vt:variant>
    </vt:vector>
  </HeadingPairs>
  <TitlesOfParts>
    <vt:vector size="71" baseType="lpstr">
      <vt:lpstr>Calibri</vt:lpstr>
      <vt:lpstr>Wingdings</vt:lpstr>
      <vt:lpstr>Wingdings 2</vt:lpstr>
      <vt:lpstr>Frame</vt:lpstr>
      <vt:lpstr>RETAIL ANALYTICS CASE STUDY</vt:lpstr>
      <vt:lpstr>Business Problem</vt:lpstr>
      <vt:lpstr>Problem 1: Remove Duplicates</vt:lpstr>
      <vt:lpstr>Solution: </vt:lpstr>
      <vt:lpstr>Output: </vt:lpstr>
      <vt:lpstr>Insights Drawn: </vt:lpstr>
      <vt:lpstr>Problem 2: Fix Incorrect Prices</vt:lpstr>
      <vt:lpstr>Solution: </vt:lpstr>
      <vt:lpstr>Output: </vt:lpstr>
      <vt:lpstr>Insights Drawn: </vt:lpstr>
      <vt:lpstr>Problem 3: Fixing Null Values</vt:lpstr>
      <vt:lpstr>Solution: </vt:lpstr>
      <vt:lpstr>Output: </vt:lpstr>
      <vt:lpstr>Insights Drawn: </vt:lpstr>
      <vt:lpstr>Problem 4: Cleaning Date</vt:lpstr>
      <vt:lpstr>Solution: </vt:lpstr>
      <vt:lpstr>Output:</vt:lpstr>
      <vt:lpstr>Insights Drawn: </vt:lpstr>
      <vt:lpstr>Problem 5: Total Sales Summary</vt:lpstr>
      <vt:lpstr>Solution: </vt:lpstr>
      <vt:lpstr>Output:</vt:lpstr>
      <vt:lpstr>Insights Drawn: </vt:lpstr>
      <vt:lpstr>Problem 6: Customer Purchase Frequency</vt:lpstr>
      <vt:lpstr>Solution: </vt:lpstr>
      <vt:lpstr>Output:</vt:lpstr>
      <vt:lpstr>Insights Drawn: </vt:lpstr>
      <vt:lpstr>Problem 7: Product Categories Performance</vt:lpstr>
      <vt:lpstr>Solution: </vt:lpstr>
      <vt:lpstr>Output:</vt:lpstr>
      <vt:lpstr>Insights Drawn: </vt:lpstr>
      <vt:lpstr>Problem 8: High Sales Products</vt:lpstr>
      <vt:lpstr>Solution: </vt:lpstr>
      <vt:lpstr>Output:</vt:lpstr>
      <vt:lpstr>Insights Drawn: </vt:lpstr>
      <vt:lpstr>Problem 9: Low Sales Products</vt:lpstr>
      <vt:lpstr>Solution: </vt:lpstr>
      <vt:lpstr>Output:</vt:lpstr>
      <vt:lpstr>Insights Drawn: </vt:lpstr>
      <vt:lpstr>Problem 10: Sales Trend</vt:lpstr>
      <vt:lpstr>Solution: </vt:lpstr>
      <vt:lpstr>Output:</vt:lpstr>
      <vt:lpstr>Insights Drawn: </vt:lpstr>
      <vt:lpstr>Problem 11: Growth Rate of Sales</vt:lpstr>
      <vt:lpstr>Solution: </vt:lpstr>
      <vt:lpstr>Output:</vt:lpstr>
      <vt:lpstr>Insights Drawn: </vt:lpstr>
      <vt:lpstr>Problem 12: High Purchase Frequency</vt:lpstr>
      <vt:lpstr>Solution: </vt:lpstr>
      <vt:lpstr>Output:</vt:lpstr>
      <vt:lpstr>Insights Drawn: </vt:lpstr>
      <vt:lpstr>Problem 13: Occasional Customers</vt:lpstr>
      <vt:lpstr>Solution: </vt:lpstr>
      <vt:lpstr>Output:</vt:lpstr>
      <vt:lpstr>Insights Drawn: </vt:lpstr>
      <vt:lpstr>Problem 14: Repeat Purchases</vt:lpstr>
      <vt:lpstr>Solution: </vt:lpstr>
      <vt:lpstr>Output:</vt:lpstr>
      <vt:lpstr>Insights Drawn: </vt:lpstr>
      <vt:lpstr>Problem 15: Loyalty Indicators</vt:lpstr>
      <vt:lpstr>Solution: </vt:lpstr>
      <vt:lpstr>Output:</vt:lpstr>
      <vt:lpstr>Insights Drawn: </vt:lpstr>
      <vt:lpstr>Problem 16: Customer Segmentation</vt:lpstr>
      <vt:lpstr>Solution: </vt:lpstr>
      <vt:lpstr>Output:</vt:lpstr>
      <vt:lpstr>Insights Drawn: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Ankita Dutta</dc:creator>
  <cp:lastModifiedBy>Ankita Dutta</cp:lastModifiedBy>
  <cp:revision>1</cp:revision>
  <dcterms:created xsi:type="dcterms:W3CDTF">2025-11-24T18:19:59Z</dcterms:created>
  <dcterms:modified xsi:type="dcterms:W3CDTF">2025-12-06T13:42:20Z</dcterms:modified>
</cp:coreProperties>
</file>