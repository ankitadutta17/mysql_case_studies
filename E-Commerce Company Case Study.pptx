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sldIdLst>
    <p:sldId id="257" r:id="rId2"/>
    <p:sldId id="258" r:id="rId3"/>
    <p:sldId id="262" r:id="rId4"/>
    <p:sldId id="263" r:id="rId5"/>
    <p:sldId id="282" r:id="rId6"/>
    <p:sldId id="264" r:id="rId7"/>
    <p:sldId id="265" r:id="rId8"/>
    <p:sldId id="284" r:id="rId9"/>
    <p:sldId id="283" r:id="rId10"/>
    <p:sldId id="266" r:id="rId11"/>
    <p:sldId id="267" r:id="rId12"/>
    <p:sldId id="285" r:id="rId13"/>
    <p:sldId id="268" r:id="rId14"/>
    <p:sldId id="269" r:id="rId15"/>
    <p:sldId id="287" r:id="rId16"/>
    <p:sldId id="270" r:id="rId17"/>
    <p:sldId id="271" r:id="rId18"/>
    <p:sldId id="288" r:id="rId19"/>
    <p:sldId id="276" r:id="rId20"/>
    <p:sldId id="275" r:id="rId21"/>
    <p:sldId id="289" r:id="rId22"/>
    <p:sldId id="274" r:id="rId23"/>
    <p:sldId id="273" r:id="rId24"/>
    <p:sldId id="290" r:id="rId25"/>
    <p:sldId id="277" r:id="rId26"/>
    <p:sldId id="272" r:id="rId27"/>
    <p:sldId id="291" r:id="rId28"/>
    <p:sldId id="280" r:id="rId29"/>
    <p:sldId id="281" r:id="rId30"/>
    <p:sldId id="292" r:id="rId31"/>
    <p:sldId id="278" r:id="rId32"/>
    <p:sldId id="279" r:id="rId33"/>
    <p:sldId id="293" r:id="rId34"/>
    <p:sldId id="294"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9D975E-FF44-4D79-9014-B335AF6CB729}" v="56" dt="2025-12-06T13:39:22.5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31" autoAdjust="0"/>
    <p:restoredTop sz="94660"/>
  </p:normalViewPr>
  <p:slideViewPr>
    <p:cSldViewPr snapToGrid="0">
      <p:cViewPr varScale="1">
        <p:scale>
          <a:sx n="78" d="100"/>
          <a:sy n="78" d="100"/>
        </p:scale>
        <p:origin x="84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ita Dutta" userId="4faf27782965e11d" providerId="LiveId" clId="{FBDBE7AF-02E0-48A7-8B04-08EE088EC0D4}"/>
    <pc:docChg chg="undo custSel addSld delSld modSld">
      <pc:chgData name="Ankita Dutta" userId="4faf27782965e11d" providerId="LiveId" clId="{FBDBE7AF-02E0-48A7-8B04-08EE088EC0D4}" dt="2025-12-06T13:42:36.268" v="1405" actId="1076"/>
      <pc:docMkLst>
        <pc:docMk/>
      </pc:docMkLst>
      <pc:sldChg chg="new del">
        <pc:chgData name="Ankita Dutta" userId="4faf27782965e11d" providerId="LiveId" clId="{FBDBE7AF-02E0-48A7-8B04-08EE088EC0D4}" dt="2025-11-21T06:37:34.149" v="111" actId="2696"/>
        <pc:sldMkLst>
          <pc:docMk/>
          <pc:sldMk cId="2613085702" sldId="256"/>
        </pc:sldMkLst>
      </pc:sldChg>
      <pc:sldChg chg="modSp new del mod">
        <pc:chgData name="Ankita Dutta" userId="4faf27782965e11d" providerId="LiveId" clId="{FBDBE7AF-02E0-48A7-8B04-08EE088EC0D4}" dt="2025-11-21T06:34:08.936" v="6" actId="47"/>
        <pc:sldMkLst>
          <pc:docMk/>
          <pc:sldMk cId="3041992070" sldId="256"/>
        </pc:sldMkLst>
      </pc:sldChg>
      <pc:sldChg chg="new del">
        <pc:chgData name="Ankita Dutta" userId="4faf27782965e11d" providerId="LiveId" clId="{FBDBE7AF-02E0-48A7-8B04-08EE088EC0D4}" dt="2025-11-21T06:34:08.042" v="5" actId="47"/>
        <pc:sldMkLst>
          <pc:docMk/>
          <pc:sldMk cId="1984279792" sldId="257"/>
        </pc:sldMkLst>
      </pc:sldChg>
      <pc:sldChg chg="modSp new mod modClrScheme chgLayout">
        <pc:chgData name="Ankita Dutta" userId="4faf27782965e11d" providerId="LiveId" clId="{FBDBE7AF-02E0-48A7-8B04-08EE088EC0D4}" dt="2025-11-24T19:52:31.637" v="1270" actId="207"/>
        <pc:sldMkLst>
          <pc:docMk/>
          <pc:sldMk cId="3052137006" sldId="257"/>
        </pc:sldMkLst>
        <pc:spChg chg="mod ord">
          <ac:chgData name="Ankita Dutta" userId="4faf27782965e11d" providerId="LiveId" clId="{FBDBE7AF-02E0-48A7-8B04-08EE088EC0D4}" dt="2025-11-24T18:09:21.571" v="826" actId="14100"/>
          <ac:spMkLst>
            <pc:docMk/>
            <pc:sldMk cId="3052137006" sldId="257"/>
            <ac:spMk id="2" creationId="{E3A5C74C-B283-F70D-7418-52B8B720C2E3}"/>
          </ac:spMkLst>
        </pc:spChg>
        <pc:spChg chg="mod ord">
          <ac:chgData name="Ankita Dutta" userId="4faf27782965e11d" providerId="LiveId" clId="{FBDBE7AF-02E0-48A7-8B04-08EE088EC0D4}" dt="2025-11-24T19:52:31.637" v="1270" actId="207"/>
          <ac:spMkLst>
            <pc:docMk/>
            <pc:sldMk cId="3052137006" sldId="257"/>
            <ac:spMk id="3" creationId="{B1E6DE24-33EE-77FC-5803-E1E1CEA8D5CA}"/>
          </ac:spMkLst>
        </pc:spChg>
      </pc:sldChg>
      <pc:sldChg chg="modSp new mod modClrScheme chgLayout">
        <pc:chgData name="Ankita Dutta" userId="4faf27782965e11d" providerId="LiveId" clId="{FBDBE7AF-02E0-48A7-8B04-08EE088EC0D4}" dt="2025-11-28T08:45:35.692" v="1290" actId="27636"/>
        <pc:sldMkLst>
          <pc:docMk/>
          <pc:sldMk cId="1571636127" sldId="258"/>
        </pc:sldMkLst>
        <pc:spChg chg="mod ord">
          <ac:chgData name="Ankita Dutta" userId="4faf27782965e11d" providerId="LiveId" clId="{FBDBE7AF-02E0-48A7-8B04-08EE088EC0D4}" dt="2025-11-21T06:49:33.422" v="130" actId="700"/>
          <ac:spMkLst>
            <pc:docMk/>
            <pc:sldMk cId="1571636127" sldId="258"/>
            <ac:spMk id="2" creationId="{CF9AE243-DE86-D117-4CBF-478F00DA64B0}"/>
          </ac:spMkLst>
        </pc:spChg>
        <pc:spChg chg="mod ord">
          <ac:chgData name="Ankita Dutta" userId="4faf27782965e11d" providerId="LiveId" clId="{FBDBE7AF-02E0-48A7-8B04-08EE088EC0D4}" dt="2025-11-28T08:45:35.692" v="1290" actId="27636"/>
          <ac:spMkLst>
            <pc:docMk/>
            <pc:sldMk cId="1571636127" sldId="258"/>
            <ac:spMk id="3" creationId="{7752EB3D-A3EA-C48A-FC54-4E624DCB7CA2}"/>
          </ac:spMkLst>
        </pc:spChg>
      </pc:sldChg>
      <pc:sldChg chg="new del">
        <pc:chgData name="Ankita Dutta" userId="4faf27782965e11d" providerId="LiveId" clId="{FBDBE7AF-02E0-48A7-8B04-08EE088EC0D4}" dt="2025-11-21T06:34:07.205" v="4" actId="47"/>
        <pc:sldMkLst>
          <pc:docMk/>
          <pc:sldMk cId="3100837239" sldId="258"/>
        </pc:sldMkLst>
      </pc:sldChg>
      <pc:sldChg chg="addSp delSp modSp new del mod modClrScheme chgLayout">
        <pc:chgData name="Ankita Dutta" userId="4faf27782965e11d" providerId="LiveId" clId="{FBDBE7AF-02E0-48A7-8B04-08EE088EC0D4}" dt="2025-11-24T18:07:41.938" v="805" actId="2696"/>
        <pc:sldMkLst>
          <pc:docMk/>
          <pc:sldMk cId="2484888847" sldId="259"/>
        </pc:sldMkLst>
      </pc:sldChg>
      <pc:sldChg chg="addSp delSp modSp new del mod modClrScheme chgLayout">
        <pc:chgData name="Ankita Dutta" userId="4faf27782965e11d" providerId="LiveId" clId="{FBDBE7AF-02E0-48A7-8B04-08EE088EC0D4}" dt="2025-11-24T18:07:51.436" v="808" actId="2696"/>
        <pc:sldMkLst>
          <pc:docMk/>
          <pc:sldMk cId="539967225" sldId="260"/>
        </pc:sldMkLst>
      </pc:sldChg>
      <pc:sldChg chg="addSp delSp modSp add del mod">
        <pc:chgData name="Ankita Dutta" userId="4faf27782965e11d" providerId="LiveId" clId="{FBDBE7AF-02E0-48A7-8B04-08EE088EC0D4}" dt="2025-11-24T18:07:54.951" v="809" actId="2696"/>
        <pc:sldMkLst>
          <pc:docMk/>
          <pc:sldMk cId="787250801" sldId="261"/>
        </pc:sldMkLst>
      </pc:sldChg>
      <pc:sldChg chg="new del">
        <pc:chgData name="Ankita Dutta" userId="4faf27782965e11d" providerId="LiveId" clId="{FBDBE7AF-02E0-48A7-8B04-08EE088EC0D4}" dt="2025-11-21T07:12:19.097" v="240" actId="680"/>
        <pc:sldMkLst>
          <pc:docMk/>
          <pc:sldMk cId="3700730202" sldId="262"/>
        </pc:sldMkLst>
      </pc:sldChg>
      <pc:sldChg chg="modSp new add del mod">
        <pc:chgData name="Ankita Dutta" userId="4faf27782965e11d" providerId="LiveId" clId="{FBDBE7AF-02E0-48A7-8B04-08EE088EC0D4}" dt="2025-11-24T19:43:33.246" v="964" actId="14100"/>
        <pc:sldMkLst>
          <pc:docMk/>
          <pc:sldMk cId="3878533205" sldId="262"/>
        </pc:sldMkLst>
        <pc:spChg chg="mod">
          <ac:chgData name="Ankita Dutta" userId="4faf27782965e11d" providerId="LiveId" clId="{FBDBE7AF-02E0-48A7-8B04-08EE088EC0D4}" dt="2025-11-24T19:43:33.246" v="964" actId="14100"/>
          <ac:spMkLst>
            <pc:docMk/>
            <pc:sldMk cId="3878533205" sldId="262"/>
            <ac:spMk id="2" creationId="{9D66C693-C733-8C9A-0F5E-53FDC23595F1}"/>
          </ac:spMkLst>
        </pc:spChg>
        <pc:spChg chg="mod">
          <ac:chgData name="Ankita Dutta" userId="4faf27782965e11d" providerId="LiveId" clId="{FBDBE7AF-02E0-48A7-8B04-08EE088EC0D4}" dt="2025-11-24T19:42:25.127" v="931" actId="20577"/>
          <ac:spMkLst>
            <pc:docMk/>
            <pc:sldMk cId="3878533205" sldId="262"/>
            <ac:spMk id="3" creationId="{EC9F6E89-2BEF-4606-AFA8-480121447EC1}"/>
          </ac:spMkLst>
        </pc:spChg>
      </pc:sldChg>
      <pc:sldChg chg="addSp delSp modSp add mod modClrScheme chgLayout">
        <pc:chgData name="Ankita Dutta" userId="4faf27782965e11d" providerId="LiveId" clId="{FBDBE7AF-02E0-48A7-8B04-08EE088EC0D4}" dt="2025-11-28T09:04:57.894" v="1331" actId="1076"/>
        <pc:sldMkLst>
          <pc:docMk/>
          <pc:sldMk cId="1802227569" sldId="263"/>
        </pc:sldMkLst>
        <pc:spChg chg="mod ord">
          <ac:chgData name="Ankita Dutta" userId="4faf27782965e11d" providerId="LiveId" clId="{FBDBE7AF-02E0-48A7-8B04-08EE088EC0D4}" dt="2025-11-28T08:57:21.476" v="1302" actId="700"/>
          <ac:spMkLst>
            <pc:docMk/>
            <pc:sldMk cId="1802227569" sldId="263"/>
            <ac:spMk id="2" creationId="{3D86BDCC-AB7B-BD07-21AF-49A1123C49C3}"/>
          </ac:spMkLst>
        </pc:spChg>
        <pc:picChg chg="add mod ord">
          <ac:chgData name="Ankita Dutta" userId="4faf27782965e11d" providerId="LiveId" clId="{FBDBE7AF-02E0-48A7-8B04-08EE088EC0D4}" dt="2025-11-28T08:57:42.621" v="1308" actId="1440"/>
          <ac:picMkLst>
            <pc:docMk/>
            <pc:sldMk cId="1802227569" sldId="263"/>
            <ac:picMk id="10" creationId="{07659F2A-7405-8FE5-5713-26128C92B9E4}"/>
          </ac:picMkLst>
        </pc:picChg>
        <pc:picChg chg="add mod ord">
          <ac:chgData name="Ankita Dutta" userId="4faf27782965e11d" providerId="LiveId" clId="{FBDBE7AF-02E0-48A7-8B04-08EE088EC0D4}" dt="2025-11-28T09:04:57.894" v="1331" actId="1076"/>
          <ac:picMkLst>
            <pc:docMk/>
            <pc:sldMk cId="1802227569" sldId="263"/>
            <ac:picMk id="13" creationId="{F149884B-1CE1-6F60-0913-C7A91E14DC20}"/>
          </ac:picMkLst>
        </pc:picChg>
      </pc:sldChg>
      <pc:sldChg chg="addSp delSp modSp add mod">
        <pc:chgData name="Ankita Dutta" userId="4faf27782965e11d" providerId="LiveId" clId="{FBDBE7AF-02E0-48A7-8B04-08EE088EC0D4}" dt="2025-11-24T19:43:21.008" v="961" actId="14100"/>
        <pc:sldMkLst>
          <pc:docMk/>
          <pc:sldMk cId="980767964" sldId="264"/>
        </pc:sldMkLst>
        <pc:spChg chg="mod">
          <ac:chgData name="Ankita Dutta" userId="4faf27782965e11d" providerId="LiveId" clId="{FBDBE7AF-02E0-48A7-8B04-08EE088EC0D4}" dt="2025-11-24T19:43:21.008" v="961" actId="14100"/>
          <ac:spMkLst>
            <pc:docMk/>
            <pc:sldMk cId="980767964" sldId="264"/>
            <ac:spMk id="2" creationId="{CC61FA1E-F6EB-1E2C-7AD5-BD51A17FC0AB}"/>
          </ac:spMkLst>
        </pc:spChg>
        <pc:spChg chg="add mod">
          <ac:chgData name="Ankita Dutta" userId="4faf27782965e11d" providerId="LiveId" clId="{FBDBE7AF-02E0-48A7-8B04-08EE088EC0D4}" dt="2025-11-21T07:53:16.333" v="275" actId="14100"/>
          <ac:spMkLst>
            <pc:docMk/>
            <pc:sldMk cId="980767964" sldId="264"/>
            <ac:spMk id="4" creationId="{D31D87C0-49BD-DD5E-B8F2-563A37F00338}"/>
          </ac:spMkLst>
        </pc:spChg>
      </pc:sldChg>
      <pc:sldChg chg="addSp delSp modSp new mod modClrScheme chgLayout">
        <pc:chgData name="Ankita Dutta" userId="4faf27782965e11d" providerId="LiveId" clId="{FBDBE7AF-02E0-48A7-8B04-08EE088EC0D4}" dt="2025-11-28T09:04:53.366" v="1330" actId="1076"/>
        <pc:sldMkLst>
          <pc:docMk/>
          <pc:sldMk cId="2333837544" sldId="265"/>
        </pc:sldMkLst>
        <pc:spChg chg="mod ord">
          <ac:chgData name="Ankita Dutta" userId="4faf27782965e11d" providerId="LiveId" clId="{FBDBE7AF-02E0-48A7-8B04-08EE088EC0D4}" dt="2025-11-21T11:15:08.299" v="288" actId="700"/>
          <ac:spMkLst>
            <pc:docMk/>
            <pc:sldMk cId="2333837544" sldId="265"/>
            <ac:spMk id="2" creationId="{CBCD9683-0A23-828D-1AFD-5A97B3793259}"/>
          </ac:spMkLst>
        </pc:spChg>
        <pc:picChg chg="add mod ord">
          <ac:chgData name="Ankita Dutta" userId="4faf27782965e11d" providerId="LiveId" clId="{FBDBE7AF-02E0-48A7-8B04-08EE088EC0D4}" dt="2025-11-28T09:04:49.678" v="1329" actId="1440"/>
          <ac:picMkLst>
            <pc:docMk/>
            <pc:sldMk cId="2333837544" sldId="265"/>
            <ac:picMk id="8" creationId="{90880FFE-0CE1-8D12-7F0C-B22FCD2DABB7}"/>
          </ac:picMkLst>
        </pc:picChg>
        <pc:picChg chg="add del mod ord modCrop">
          <ac:chgData name="Ankita Dutta" userId="4faf27782965e11d" providerId="LiveId" clId="{FBDBE7AF-02E0-48A7-8B04-08EE088EC0D4}" dt="2025-11-28T09:04:53.366" v="1330" actId="1076"/>
          <ac:picMkLst>
            <pc:docMk/>
            <pc:sldMk cId="2333837544" sldId="265"/>
            <ac:picMk id="20" creationId="{ADB3ABC6-7CD2-1045-EC82-B6134D350513}"/>
          </ac:picMkLst>
        </pc:picChg>
      </pc:sldChg>
      <pc:sldChg chg="modSp new mod">
        <pc:chgData name="Ankita Dutta" userId="4faf27782965e11d" providerId="LiveId" clId="{FBDBE7AF-02E0-48A7-8B04-08EE088EC0D4}" dt="2025-11-24T19:44:27.966" v="998" actId="14100"/>
        <pc:sldMkLst>
          <pc:docMk/>
          <pc:sldMk cId="3340043555" sldId="266"/>
        </pc:sldMkLst>
        <pc:spChg chg="mod">
          <ac:chgData name="Ankita Dutta" userId="4faf27782965e11d" providerId="LiveId" clId="{FBDBE7AF-02E0-48A7-8B04-08EE088EC0D4}" dt="2025-11-24T19:44:27.966" v="998" actId="14100"/>
          <ac:spMkLst>
            <pc:docMk/>
            <pc:sldMk cId="3340043555" sldId="266"/>
            <ac:spMk id="2" creationId="{D084CA22-023C-E3AD-98D7-049B379EEDA0}"/>
          </ac:spMkLst>
        </pc:spChg>
        <pc:spChg chg="mod">
          <ac:chgData name="Ankita Dutta" userId="4faf27782965e11d" providerId="LiveId" clId="{FBDBE7AF-02E0-48A7-8B04-08EE088EC0D4}" dt="2025-11-21T11:24:52.819" v="308"/>
          <ac:spMkLst>
            <pc:docMk/>
            <pc:sldMk cId="3340043555" sldId="266"/>
            <ac:spMk id="3" creationId="{F1066E7C-5A09-5889-1BD6-B4E3D2068F12}"/>
          </ac:spMkLst>
        </pc:spChg>
      </pc:sldChg>
      <pc:sldChg chg="addSp delSp modSp new mod modClrScheme chgLayout">
        <pc:chgData name="Ankita Dutta" userId="4faf27782965e11d" providerId="LiveId" clId="{FBDBE7AF-02E0-48A7-8B04-08EE088EC0D4}" dt="2025-11-28T09:15:32.591" v="1353" actId="1076"/>
        <pc:sldMkLst>
          <pc:docMk/>
          <pc:sldMk cId="2169065815" sldId="267"/>
        </pc:sldMkLst>
        <pc:spChg chg="mod ord">
          <ac:chgData name="Ankita Dutta" userId="4faf27782965e11d" providerId="LiveId" clId="{FBDBE7AF-02E0-48A7-8B04-08EE088EC0D4}" dt="2025-11-28T09:14:38.633" v="1345" actId="700"/>
          <ac:spMkLst>
            <pc:docMk/>
            <pc:sldMk cId="2169065815" sldId="267"/>
            <ac:spMk id="2" creationId="{8F7A2EC1-5748-E140-88FB-84AC4F42308D}"/>
          </ac:spMkLst>
        </pc:spChg>
        <pc:picChg chg="add mod ord">
          <ac:chgData name="Ankita Dutta" userId="4faf27782965e11d" providerId="LiveId" clId="{FBDBE7AF-02E0-48A7-8B04-08EE088EC0D4}" dt="2025-11-28T09:15:01.948" v="1347" actId="1440"/>
          <ac:picMkLst>
            <pc:docMk/>
            <pc:sldMk cId="2169065815" sldId="267"/>
            <ac:picMk id="8" creationId="{BF400C03-40EF-4229-5064-E2ED731C4B1F}"/>
          </ac:picMkLst>
        </pc:picChg>
        <pc:picChg chg="add mod ord">
          <ac:chgData name="Ankita Dutta" userId="4faf27782965e11d" providerId="LiveId" clId="{FBDBE7AF-02E0-48A7-8B04-08EE088EC0D4}" dt="2025-11-28T09:15:32.591" v="1353" actId="1076"/>
          <ac:picMkLst>
            <pc:docMk/>
            <pc:sldMk cId="2169065815" sldId="267"/>
            <ac:picMk id="11" creationId="{5DD7B41D-C229-1E8B-87CD-B553A2E2731C}"/>
          </ac:picMkLst>
        </pc:picChg>
      </pc:sldChg>
      <pc:sldChg chg="modSp new mod">
        <pc:chgData name="Ankita Dutta" userId="4faf27782965e11d" providerId="LiveId" clId="{FBDBE7AF-02E0-48A7-8B04-08EE088EC0D4}" dt="2025-11-24T19:45:27.108" v="1038" actId="14100"/>
        <pc:sldMkLst>
          <pc:docMk/>
          <pc:sldMk cId="3235848170" sldId="268"/>
        </pc:sldMkLst>
        <pc:spChg chg="mod">
          <ac:chgData name="Ankita Dutta" userId="4faf27782965e11d" providerId="LiveId" clId="{FBDBE7AF-02E0-48A7-8B04-08EE088EC0D4}" dt="2025-11-24T19:45:27.108" v="1038" actId="14100"/>
          <ac:spMkLst>
            <pc:docMk/>
            <pc:sldMk cId="3235848170" sldId="268"/>
            <ac:spMk id="2" creationId="{BB9420AE-E25B-BD2E-C556-5AB2AC171CE5}"/>
          </ac:spMkLst>
        </pc:spChg>
        <pc:spChg chg="mod">
          <ac:chgData name="Ankita Dutta" userId="4faf27782965e11d" providerId="LiveId" clId="{FBDBE7AF-02E0-48A7-8B04-08EE088EC0D4}" dt="2025-11-24T18:00:30.095" v="797" actId="20577"/>
          <ac:spMkLst>
            <pc:docMk/>
            <pc:sldMk cId="3235848170" sldId="268"/>
            <ac:spMk id="3" creationId="{B0FCC240-4F12-90F7-25DE-784157231204}"/>
          </ac:spMkLst>
        </pc:spChg>
      </pc:sldChg>
      <pc:sldChg chg="addSp delSp modSp new mod modClrScheme chgLayout">
        <pc:chgData name="Ankita Dutta" userId="4faf27782965e11d" providerId="LiveId" clId="{FBDBE7AF-02E0-48A7-8B04-08EE088EC0D4}" dt="2025-11-28T09:33:28.464" v="1364" actId="1076"/>
        <pc:sldMkLst>
          <pc:docMk/>
          <pc:sldMk cId="638993059" sldId="269"/>
        </pc:sldMkLst>
        <pc:spChg chg="mod ord">
          <ac:chgData name="Ankita Dutta" userId="4faf27782965e11d" providerId="LiveId" clId="{FBDBE7AF-02E0-48A7-8B04-08EE088EC0D4}" dt="2025-11-28T09:32:41.378" v="1354" actId="700"/>
          <ac:spMkLst>
            <pc:docMk/>
            <pc:sldMk cId="638993059" sldId="269"/>
            <ac:spMk id="2" creationId="{11D65A40-1B85-4D3F-FF56-E0C5982CDB75}"/>
          </ac:spMkLst>
        </pc:spChg>
        <pc:picChg chg="add mod ord">
          <ac:chgData name="Ankita Dutta" userId="4faf27782965e11d" providerId="LiveId" clId="{FBDBE7AF-02E0-48A7-8B04-08EE088EC0D4}" dt="2025-11-28T09:33:22.616" v="1362" actId="1440"/>
          <ac:picMkLst>
            <pc:docMk/>
            <pc:sldMk cId="638993059" sldId="269"/>
            <ac:picMk id="7" creationId="{F46D79A6-465B-14C7-DDE9-E9065605B7C2}"/>
          </ac:picMkLst>
        </pc:picChg>
        <pc:picChg chg="add mod ord modCrop">
          <ac:chgData name="Ankita Dutta" userId="4faf27782965e11d" providerId="LiveId" clId="{FBDBE7AF-02E0-48A7-8B04-08EE088EC0D4}" dt="2025-11-28T09:33:28.464" v="1364" actId="1076"/>
          <ac:picMkLst>
            <pc:docMk/>
            <pc:sldMk cId="638993059" sldId="269"/>
            <ac:picMk id="9" creationId="{36CD613D-8CDC-5729-40B6-18F63AE1CCFE}"/>
          </ac:picMkLst>
        </pc:picChg>
      </pc:sldChg>
      <pc:sldChg chg="modSp new mod">
        <pc:chgData name="Ankita Dutta" userId="4faf27782965e11d" providerId="LiveId" clId="{FBDBE7AF-02E0-48A7-8B04-08EE088EC0D4}" dt="2025-11-24T19:46:12.394" v="1060" actId="20577"/>
        <pc:sldMkLst>
          <pc:docMk/>
          <pc:sldMk cId="2231868309" sldId="270"/>
        </pc:sldMkLst>
        <pc:spChg chg="mod">
          <ac:chgData name="Ankita Dutta" userId="4faf27782965e11d" providerId="LiveId" clId="{FBDBE7AF-02E0-48A7-8B04-08EE088EC0D4}" dt="2025-11-24T19:46:12.394" v="1060" actId="20577"/>
          <ac:spMkLst>
            <pc:docMk/>
            <pc:sldMk cId="2231868309" sldId="270"/>
            <ac:spMk id="2" creationId="{F0DF7157-49B1-ECD9-7A7E-7E89A73AD94A}"/>
          </ac:spMkLst>
        </pc:spChg>
        <pc:spChg chg="mod">
          <ac:chgData name="Ankita Dutta" userId="4faf27782965e11d" providerId="LiveId" clId="{FBDBE7AF-02E0-48A7-8B04-08EE088EC0D4}" dt="2025-11-21T13:09:30.132" v="369"/>
          <ac:spMkLst>
            <pc:docMk/>
            <pc:sldMk cId="2231868309" sldId="270"/>
            <ac:spMk id="3" creationId="{05195F29-8260-7000-11C1-8038F0CFBB3A}"/>
          </ac:spMkLst>
        </pc:spChg>
      </pc:sldChg>
      <pc:sldChg chg="addSp delSp modSp new mod modClrScheme chgLayout">
        <pc:chgData name="Ankita Dutta" userId="4faf27782965e11d" providerId="LiveId" clId="{FBDBE7AF-02E0-48A7-8B04-08EE088EC0D4}" dt="2025-11-28T09:38:15.903" v="1376" actId="1076"/>
        <pc:sldMkLst>
          <pc:docMk/>
          <pc:sldMk cId="3793762226" sldId="271"/>
        </pc:sldMkLst>
        <pc:spChg chg="mod ord">
          <ac:chgData name="Ankita Dutta" userId="4faf27782965e11d" providerId="LiveId" clId="{FBDBE7AF-02E0-48A7-8B04-08EE088EC0D4}" dt="2025-11-21T14:09:14.022" v="384" actId="700"/>
          <ac:spMkLst>
            <pc:docMk/>
            <pc:sldMk cId="3793762226" sldId="271"/>
            <ac:spMk id="2" creationId="{866F8417-967F-E665-0545-615FD210CF47}"/>
          </ac:spMkLst>
        </pc:spChg>
        <pc:picChg chg="add mod ord">
          <ac:chgData name="Ankita Dutta" userId="4faf27782965e11d" providerId="LiveId" clId="{FBDBE7AF-02E0-48A7-8B04-08EE088EC0D4}" dt="2025-11-28T09:37:52.543" v="1371" actId="1440"/>
          <ac:picMkLst>
            <pc:docMk/>
            <pc:sldMk cId="3793762226" sldId="271"/>
            <ac:picMk id="6" creationId="{C83A92C5-CC2D-59DD-CD08-654F11553E3B}"/>
          </ac:picMkLst>
        </pc:picChg>
        <pc:picChg chg="add del mod ord">
          <ac:chgData name="Ankita Dutta" userId="4faf27782965e11d" providerId="LiveId" clId="{FBDBE7AF-02E0-48A7-8B04-08EE088EC0D4}" dt="2025-11-28T09:38:15.903" v="1376" actId="1076"/>
          <ac:picMkLst>
            <pc:docMk/>
            <pc:sldMk cId="3793762226" sldId="271"/>
            <ac:picMk id="9" creationId="{AAFCA8B4-FF1A-2A0E-FE13-50094E3C5784}"/>
          </ac:picMkLst>
        </pc:picChg>
      </pc:sldChg>
      <pc:sldChg chg="add">
        <pc:chgData name="Ankita Dutta" userId="4faf27782965e11d" providerId="LiveId" clId="{FBDBE7AF-02E0-48A7-8B04-08EE088EC0D4}" dt="2025-11-21T13:09:45.077" v="380" actId="2890"/>
        <pc:sldMkLst>
          <pc:docMk/>
          <pc:sldMk cId="3206614814" sldId="272"/>
        </pc:sldMkLst>
      </pc:sldChg>
      <pc:sldChg chg="addSp delSp modSp add mod">
        <pc:chgData name="Ankita Dutta" userId="4faf27782965e11d" providerId="LiveId" clId="{FBDBE7AF-02E0-48A7-8B04-08EE088EC0D4}" dt="2025-11-21T14:39:06.839" v="527" actId="208"/>
        <pc:sldMkLst>
          <pc:docMk/>
          <pc:sldMk cId="1401373265" sldId="273"/>
        </pc:sldMkLst>
        <pc:picChg chg="add mod ord">
          <ac:chgData name="Ankita Dutta" userId="4faf27782965e11d" providerId="LiveId" clId="{FBDBE7AF-02E0-48A7-8B04-08EE088EC0D4}" dt="2025-11-21T14:39:06.839" v="527" actId="208"/>
          <ac:picMkLst>
            <pc:docMk/>
            <pc:sldMk cId="1401373265" sldId="273"/>
            <ac:picMk id="5" creationId="{F0655530-CCDF-3134-81CB-7894107E08EA}"/>
          </ac:picMkLst>
        </pc:picChg>
      </pc:sldChg>
      <pc:sldChg chg="modSp add mod">
        <pc:chgData name="Ankita Dutta" userId="4faf27782965e11d" providerId="LiveId" clId="{FBDBE7AF-02E0-48A7-8B04-08EE088EC0D4}" dt="2025-11-24T19:49:01.978" v="1165" actId="14100"/>
        <pc:sldMkLst>
          <pc:docMk/>
          <pc:sldMk cId="49131680" sldId="274"/>
        </pc:sldMkLst>
        <pc:spChg chg="mod">
          <ac:chgData name="Ankita Dutta" userId="4faf27782965e11d" providerId="LiveId" clId="{FBDBE7AF-02E0-48A7-8B04-08EE088EC0D4}" dt="2025-11-24T19:48:48.933" v="1164" actId="313"/>
          <ac:spMkLst>
            <pc:docMk/>
            <pc:sldMk cId="49131680" sldId="274"/>
            <ac:spMk id="2" creationId="{CDB79F56-B029-837A-C882-24A3F8CA22A4}"/>
          </ac:spMkLst>
        </pc:spChg>
        <pc:spChg chg="mod">
          <ac:chgData name="Ankita Dutta" userId="4faf27782965e11d" providerId="LiveId" clId="{FBDBE7AF-02E0-48A7-8B04-08EE088EC0D4}" dt="2025-11-24T19:49:01.978" v="1165" actId="14100"/>
          <ac:spMkLst>
            <pc:docMk/>
            <pc:sldMk cId="49131680" sldId="274"/>
            <ac:spMk id="3" creationId="{A6C5A2F7-0004-4531-5220-6F3963FA9747}"/>
          </ac:spMkLst>
        </pc:spChg>
      </pc:sldChg>
      <pc:sldChg chg="addSp delSp modSp add mod modClrScheme chgLayout">
        <pc:chgData name="Ankita Dutta" userId="4faf27782965e11d" providerId="LiveId" clId="{FBDBE7AF-02E0-48A7-8B04-08EE088EC0D4}" dt="2025-11-24T18:12:10.891" v="856" actId="1038"/>
        <pc:sldMkLst>
          <pc:docMk/>
          <pc:sldMk cId="681774911" sldId="275"/>
        </pc:sldMkLst>
        <pc:spChg chg="mod ord">
          <ac:chgData name="Ankita Dutta" userId="4faf27782965e11d" providerId="LiveId" clId="{FBDBE7AF-02E0-48A7-8B04-08EE088EC0D4}" dt="2025-11-21T14:26:13.470" v="490" actId="700"/>
          <ac:spMkLst>
            <pc:docMk/>
            <pc:sldMk cId="681774911" sldId="275"/>
            <ac:spMk id="2" creationId="{15BA972A-08ED-C075-625C-3735824E7FC4}"/>
          </ac:spMkLst>
        </pc:spChg>
        <pc:picChg chg="add mod ord">
          <ac:chgData name="Ankita Dutta" userId="4faf27782965e11d" providerId="LiveId" clId="{FBDBE7AF-02E0-48A7-8B04-08EE088EC0D4}" dt="2025-11-24T18:12:10.891" v="856" actId="1038"/>
          <ac:picMkLst>
            <pc:docMk/>
            <pc:sldMk cId="681774911" sldId="275"/>
            <ac:picMk id="11" creationId="{394565C6-3873-3062-0989-45689A3E8951}"/>
          </ac:picMkLst>
        </pc:picChg>
        <pc:picChg chg="add mod ord modCrop">
          <ac:chgData name="Ankita Dutta" userId="4faf27782965e11d" providerId="LiveId" clId="{FBDBE7AF-02E0-48A7-8B04-08EE088EC0D4}" dt="2025-11-21T14:27:46.066" v="501" actId="208"/>
          <ac:picMkLst>
            <pc:docMk/>
            <pc:sldMk cId="681774911" sldId="275"/>
            <ac:picMk id="13" creationId="{6F64E79B-B521-28C1-BBB1-21FE3EA22673}"/>
          </ac:picMkLst>
        </pc:picChg>
      </pc:sldChg>
      <pc:sldChg chg="addSp delSp modSp new mod modClrScheme chgLayout">
        <pc:chgData name="Ankita Dutta" userId="4faf27782965e11d" providerId="LiveId" clId="{FBDBE7AF-02E0-48A7-8B04-08EE088EC0D4}" dt="2025-11-24T19:47:52.675" v="1130" actId="1076"/>
        <pc:sldMkLst>
          <pc:docMk/>
          <pc:sldMk cId="2253622188" sldId="276"/>
        </pc:sldMkLst>
        <pc:spChg chg="add mod ord">
          <ac:chgData name="Ankita Dutta" userId="4faf27782965e11d" providerId="LiveId" clId="{FBDBE7AF-02E0-48A7-8B04-08EE088EC0D4}" dt="2025-11-24T19:47:52.675" v="1130" actId="1076"/>
          <ac:spMkLst>
            <pc:docMk/>
            <pc:sldMk cId="2253622188" sldId="276"/>
            <ac:spMk id="5" creationId="{4645A6BC-FFB4-DC02-F820-E694847635DE}"/>
          </ac:spMkLst>
        </pc:spChg>
        <pc:spChg chg="add mod ord">
          <ac:chgData name="Ankita Dutta" userId="4faf27782965e11d" providerId="LiveId" clId="{FBDBE7AF-02E0-48A7-8B04-08EE088EC0D4}" dt="2025-11-21T14:16:05.830" v="489"/>
          <ac:spMkLst>
            <pc:docMk/>
            <pc:sldMk cId="2253622188" sldId="276"/>
            <ac:spMk id="6" creationId="{C4ED8083-9285-6753-8F2F-21A57BDAE0F6}"/>
          </ac:spMkLst>
        </pc:spChg>
      </pc:sldChg>
      <pc:sldChg chg="modSp add mod">
        <pc:chgData name="Ankita Dutta" userId="4faf27782965e11d" providerId="LiveId" clId="{FBDBE7AF-02E0-48A7-8B04-08EE088EC0D4}" dt="2025-11-24T19:49:34.120" v="1200" actId="20577"/>
        <pc:sldMkLst>
          <pc:docMk/>
          <pc:sldMk cId="3125333215" sldId="277"/>
        </pc:sldMkLst>
        <pc:spChg chg="mod">
          <ac:chgData name="Ankita Dutta" userId="4faf27782965e11d" providerId="LiveId" clId="{FBDBE7AF-02E0-48A7-8B04-08EE088EC0D4}" dt="2025-11-24T19:49:34.120" v="1200" actId="20577"/>
          <ac:spMkLst>
            <pc:docMk/>
            <pc:sldMk cId="3125333215" sldId="277"/>
            <ac:spMk id="2" creationId="{50B5B4E5-5CE6-5856-ABB4-CE6690DDCFC6}"/>
          </ac:spMkLst>
        </pc:spChg>
        <pc:spChg chg="mod">
          <ac:chgData name="Ankita Dutta" userId="4faf27782965e11d" providerId="LiveId" clId="{FBDBE7AF-02E0-48A7-8B04-08EE088EC0D4}" dt="2025-11-21T15:02:36.909" v="532"/>
          <ac:spMkLst>
            <pc:docMk/>
            <pc:sldMk cId="3125333215" sldId="277"/>
            <ac:spMk id="3" creationId="{81942297-B61D-4850-F7C2-20ECCCC2B5C8}"/>
          </ac:spMkLst>
        </pc:spChg>
      </pc:sldChg>
      <pc:sldChg chg="modSp new mod">
        <pc:chgData name="Ankita Dutta" userId="4faf27782965e11d" providerId="LiveId" clId="{FBDBE7AF-02E0-48A7-8B04-08EE088EC0D4}" dt="2025-11-24T19:51:22.768" v="1268" actId="14100"/>
        <pc:sldMkLst>
          <pc:docMk/>
          <pc:sldMk cId="2985407306" sldId="278"/>
        </pc:sldMkLst>
        <pc:spChg chg="mod">
          <ac:chgData name="Ankita Dutta" userId="4faf27782965e11d" providerId="LiveId" clId="{FBDBE7AF-02E0-48A7-8B04-08EE088EC0D4}" dt="2025-11-24T19:51:22.768" v="1268" actId="14100"/>
          <ac:spMkLst>
            <pc:docMk/>
            <pc:sldMk cId="2985407306" sldId="278"/>
            <ac:spMk id="2" creationId="{C9EFB8C7-7890-74FB-C48F-14E7580B95C4}"/>
          </ac:spMkLst>
        </pc:spChg>
        <pc:spChg chg="mod">
          <ac:chgData name="Ankita Dutta" userId="4faf27782965e11d" providerId="LiveId" clId="{FBDBE7AF-02E0-48A7-8B04-08EE088EC0D4}" dt="2025-11-21T16:03:06.295" v="655"/>
          <ac:spMkLst>
            <pc:docMk/>
            <pc:sldMk cId="2985407306" sldId="278"/>
            <ac:spMk id="3" creationId="{61A60A50-98A1-3BDE-5E83-C8AB0B4EC649}"/>
          </ac:spMkLst>
        </pc:spChg>
      </pc:sldChg>
      <pc:sldChg chg="addSp delSp modSp add mod">
        <pc:chgData name="Ankita Dutta" userId="4faf27782965e11d" providerId="LiveId" clId="{FBDBE7AF-02E0-48A7-8B04-08EE088EC0D4}" dt="2025-11-21T16:09:40.722" v="666" actId="208"/>
        <pc:sldMkLst>
          <pc:docMk/>
          <pc:sldMk cId="1045632362" sldId="279"/>
        </pc:sldMkLst>
        <pc:spChg chg="mod">
          <ac:chgData name="Ankita Dutta" userId="4faf27782965e11d" providerId="LiveId" clId="{FBDBE7AF-02E0-48A7-8B04-08EE088EC0D4}" dt="2025-11-21T16:09:26.212" v="665" actId="20577"/>
          <ac:spMkLst>
            <pc:docMk/>
            <pc:sldMk cId="1045632362" sldId="279"/>
            <ac:spMk id="2" creationId="{9CE6A73D-FC5B-DC72-3DFC-EB74A94032CC}"/>
          </ac:spMkLst>
        </pc:spChg>
        <pc:picChg chg="add mod ord">
          <ac:chgData name="Ankita Dutta" userId="4faf27782965e11d" providerId="LiveId" clId="{FBDBE7AF-02E0-48A7-8B04-08EE088EC0D4}" dt="2025-11-21T16:09:40.722" v="666" actId="208"/>
          <ac:picMkLst>
            <pc:docMk/>
            <pc:sldMk cId="1045632362" sldId="279"/>
            <ac:picMk id="5" creationId="{FD42B8B9-F0AB-F863-A846-702E0005AE82}"/>
          </ac:picMkLst>
        </pc:picChg>
      </pc:sldChg>
      <pc:sldChg chg="modSp add mod">
        <pc:chgData name="Ankita Dutta" userId="4faf27782965e11d" providerId="LiveId" clId="{FBDBE7AF-02E0-48A7-8B04-08EE088EC0D4}" dt="2025-11-24T19:50:19.607" v="1233" actId="20577"/>
        <pc:sldMkLst>
          <pc:docMk/>
          <pc:sldMk cId="460896329" sldId="280"/>
        </pc:sldMkLst>
        <pc:spChg chg="mod">
          <ac:chgData name="Ankita Dutta" userId="4faf27782965e11d" providerId="LiveId" clId="{FBDBE7AF-02E0-48A7-8B04-08EE088EC0D4}" dt="2025-11-24T19:50:19.607" v="1233" actId="20577"/>
          <ac:spMkLst>
            <pc:docMk/>
            <pc:sldMk cId="460896329" sldId="280"/>
            <ac:spMk id="2" creationId="{A30F6EF4-BA4A-4B81-32C9-7DB31F8D0895}"/>
          </ac:spMkLst>
        </pc:spChg>
        <pc:spChg chg="mod">
          <ac:chgData name="Ankita Dutta" userId="4faf27782965e11d" providerId="LiveId" clId="{FBDBE7AF-02E0-48A7-8B04-08EE088EC0D4}" dt="2025-11-21T15:25:55.112" v="536"/>
          <ac:spMkLst>
            <pc:docMk/>
            <pc:sldMk cId="460896329" sldId="280"/>
            <ac:spMk id="3" creationId="{3E3DE896-73DA-E596-18A3-4513CC92E205}"/>
          </ac:spMkLst>
        </pc:spChg>
      </pc:sldChg>
      <pc:sldChg chg="addSp delSp modSp add mod modClrScheme chgLayout">
        <pc:chgData name="Ankita Dutta" userId="4faf27782965e11d" providerId="LiveId" clId="{FBDBE7AF-02E0-48A7-8B04-08EE088EC0D4}" dt="2025-11-23T14:36:18.879" v="718" actId="478"/>
        <pc:sldMkLst>
          <pc:docMk/>
          <pc:sldMk cId="2255796896" sldId="281"/>
        </pc:sldMkLst>
        <pc:spChg chg="mod ord">
          <ac:chgData name="Ankita Dutta" userId="4faf27782965e11d" providerId="LiveId" clId="{FBDBE7AF-02E0-48A7-8B04-08EE088EC0D4}" dt="2025-11-21T15:33:57.598" v="557" actId="700"/>
          <ac:spMkLst>
            <pc:docMk/>
            <pc:sldMk cId="2255796896" sldId="281"/>
            <ac:spMk id="2" creationId="{B6715210-9748-F0CF-9569-DD053734F211}"/>
          </ac:spMkLst>
        </pc:spChg>
        <pc:spChg chg="add mod">
          <ac:chgData name="Ankita Dutta" userId="4faf27782965e11d" providerId="LiveId" clId="{FBDBE7AF-02E0-48A7-8B04-08EE088EC0D4}" dt="2025-11-23T14:36:18.189" v="717" actId="478"/>
          <ac:spMkLst>
            <pc:docMk/>
            <pc:sldMk cId="2255796896" sldId="281"/>
            <ac:spMk id="4" creationId="{AC88DA2E-161E-BB68-7105-CBF49C2F8655}"/>
          </ac:spMkLst>
        </pc:spChg>
        <pc:spChg chg="add mod">
          <ac:chgData name="Ankita Dutta" userId="4faf27782965e11d" providerId="LiveId" clId="{FBDBE7AF-02E0-48A7-8B04-08EE088EC0D4}" dt="2025-11-23T14:36:18.879" v="718" actId="478"/>
          <ac:spMkLst>
            <pc:docMk/>
            <pc:sldMk cId="2255796896" sldId="281"/>
            <ac:spMk id="6" creationId="{D3A4D20A-1F98-C8B8-C55B-32601E4DB0F1}"/>
          </ac:spMkLst>
        </pc:spChg>
      </pc:sldChg>
      <pc:sldChg chg="addSp delSp modSp new mod modClrScheme chgLayout">
        <pc:chgData name="Ankita Dutta" userId="4faf27782965e11d" providerId="LiveId" clId="{FBDBE7AF-02E0-48A7-8B04-08EE088EC0D4}" dt="2025-11-28T08:44:47.148" v="1288" actId="14100"/>
        <pc:sldMkLst>
          <pc:docMk/>
          <pc:sldMk cId="1982232399" sldId="282"/>
        </pc:sldMkLst>
        <pc:spChg chg="add mod ord">
          <ac:chgData name="Ankita Dutta" userId="4faf27782965e11d" providerId="LiveId" clId="{FBDBE7AF-02E0-48A7-8B04-08EE088EC0D4}" dt="2025-11-24T19:42:36.917" v="932" actId="20577"/>
          <ac:spMkLst>
            <pc:docMk/>
            <pc:sldMk cId="1982232399" sldId="282"/>
            <ac:spMk id="5" creationId="{4162D30F-6C73-390C-E560-EB84EB30B5D3}"/>
          </ac:spMkLst>
        </pc:spChg>
        <pc:spChg chg="add mod ord">
          <ac:chgData name="Ankita Dutta" userId="4faf27782965e11d" providerId="LiveId" clId="{FBDBE7AF-02E0-48A7-8B04-08EE088EC0D4}" dt="2025-11-28T08:44:47.148" v="1288" actId="14100"/>
          <ac:spMkLst>
            <pc:docMk/>
            <pc:sldMk cId="1982232399" sldId="282"/>
            <ac:spMk id="6" creationId="{ECFA3B4E-A4E6-5C88-AEC0-AFC5ECC31CAF}"/>
          </ac:spMkLst>
        </pc:spChg>
      </pc:sldChg>
      <pc:sldChg chg="addSp delSp modSp new mod modClrScheme chgLayout">
        <pc:chgData name="Ankita Dutta" userId="4faf27782965e11d" providerId="LiveId" clId="{FBDBE7AF-02E0-48A7-8B04-08EE088EC0D4}" dt="2025-11-24T19:43:44.873" v="965" actId="20577"/>
        <pc:sldMkLst>
          <pc:docMk/>
          <pc:sldMk cId="180093316" sldId="283"/>
        </pc:sldMkLst>
        <pc:spChg chg="add mod ord">
          <ac:chgData name="Ankita Dutta" userId="4faf27782965e11d" providerId="LiveId" clId="{FBDBE7AF-02E0-48A7-8B04-08EE088EC0D4}" dt="2025-11-24T19:43:44.873" v="965" actId="20577"/>
          <ac:spMkLst>
            <pc:docMk/>
            <pc:sldMk cId="180093316" sldId="283"/>
            <ac:spMk id="5" creationId="{A1CC4742-B007-E20E-70FA-CEFFC2143153}"/>
          </ac:spMkLst>
        </pc:spChg>
        <pc:spChg chg="add del mod ord">
          <ac:chgData name="Ankita Dutta" userId="4faf27782965e11d" providerId="LiveId" clId="{FBDBE7AF-02E0-48A7-8B04-08EE088EC0D4}" dt="2025-11-24T18:10:47.662" v="834" actId="255"/>
          <ac:spMkLst>
            <pc:docMk/>
            <pc:sldMk cId="180093316" sldId="283"/>
            <ac:spMk id="6" creationId="{966B759C-2E96-EDDA-96D7-5AB0F44EE4C2}"/>
          </ac:spMkLst>
        </pc:spChg>
      </pc:sldChg>
      <pc:sldChg chg="addSp delSp modSp add mod">
        <pc:chgData name="Ankita Dutta" userId="4faf27782965e11d" providerId="LiveId" clId="{FBDBE7AF-02E0-48A7-8B04-08EE088EC0D4}" dt="2025-11-28T09:06:47.813" v="1343" actId="1076"/>
        <pc:sldMkLst>
          <pc:docMk/>
          <pc:sldMk cId="2582564152" sldId="284"/>
        </pc:sldMkLst>
        <pc:picChg chg="add mod ord">
          <ac:chgData name="Ankita Dutta" userId="4faf27782965e11d" providerId="LiveId" clId="{FBDBE7AF-02E0-48A7-8B04-08EE088EC0D4}" dt="2025-11-28T09:06:42.430" v="1342" actId="1440"/>
          <ac:picMkLst>
            <pc:docMk/>
            <pc:sldMk cId="2582564152" sldId="284"/>
            <ac:picMk id="6" creationId="{F95F1A1C-EE49-5261-0231-88A8695BBB64}"/>
          </ac:picMkLst>
        </pc:picChg>
        <pc:picChg chg="mod">
          <ac:chgData name="Ankita Dutta" userId="4faf27782965e11d" providerId="LiveId" clId="{FBDBE7AF-02E0-48A7-8B04-08EE088EC0D4}" dt="2025-11-28T09:06:47.813" v="1343" actId="1076"/>
          <ac:picMkLst>
            <pc:docMk/>
            <pc:sldMk cId="2582564152" sldId="284"/>
            <ac:picMk id="16" creationId="{48185E95-3C3B-04DA-6EFB-FAFE1920AD47}"/>
          </ac:picMkLst>
        </pc:picChg>
      </pc:sldChg>
      <pc:sldChg chg="modSp new mod">
        <pc:chgData name="Ankita Dutta" userId="4faf27782965e11d" providerId="LiveId" clId="{FBDBE7AF-02E0-48A7-8B04-08EE088EC0D4}" dt="2025-11-24T19:44:37.216" v="999" actId="20577"/>
        <pc:sldMkLst>
          <pc:docMk/>
          <pc:sldMk cId="1215393991" sldId="285"/>
        </pc:sldMkLst>
        <pc:spChg chg="mod">
          <ac:chgData name="Ankita Dutta" userId="4faf27782965e11d" providerId="LiveId" clId="{FBDBE7AF-02E0-48A7-8B04-08EE088EC0D4}" dt="2025-11-24T19:44:37.216" v="999" actId="20577"/>
          <ac:spMkLst>
            <pc:docMk/>
            <pc:sldMk cId="1215393991" sldId="285"/>
            <ac:spMk id="2" creationId="{1F4FDE78-0096-970E-6B87-98174EBCE04F}"/>
          </ac:spMkLst>
        </pc:spChg>
        <pc:spChg chg="mod">
          <ac:chgData name="Ankita Dutta" userId="4faf27782965e11d" providerId="LiveId" clId="{FBDBE7AF-02E0-48A7-8B04-08EE088EC0D4}" dt="2025-11-24T18:11:28.315" v="841" actId="14100"/>
          <ac:spMkLst>
            <pc:docMk/>
            <pc:sldMk cId="1215393991" sldId="285"/>
            <ac:spMk id="3" creationId="{5994B6B3-3795-0721-F6EC-15D6F1648CFE}"/>
          </ac:spMkLst>
        </pc:spChg>
      </pc:sldChg>
      <pc:sldChg chg="add del">
        <pc:chgData name="Ankita Dutta" userId="4faf27782965e11d" providerId="LiveId" clId="{FBDBE7AF-02E0-48A7-8B04-08EE088EC0D4}" dt="2025-11-23T14:59:58.733" v="780" actId="2696"/>
        <pc:sldMkLst>
          <pc:docMk/>
          <pc:sldMk cId="3933522817" sldId="286"/>
        </pc:sldMkLst>
      </pc:sldChg>
      <pc:sldChg chg="addSp delSp modSp add mod">
        <pc:chgData name="Ankita Dutta" userId="4faf27782965e11d" providerId="LiveId" clId="{FBDBE7AF-02E0-48A7-8B04-08EE088EC0D4}" dt="2025-11-24T19:45:43.282" v="1039" actId="20577"/>
        <pc:sldMkLst>
          <pc:docMk/>
          <pc:sldMk cId="1987616757" sldId="287"/>
        </pc:sldMkLst>
        <pc:spChg chg="mod">
          <ac:chgData name="Ankita Dutta" userId="4faf27782965e11d" providerId="LiveId" clId="{FBDBE7AF-02E0-48A7-8B04-08EE088EC0D4}" dt="2025-11-24T19:45:43.282" v="1039" actId="20577"/>
          <ac:spMkLst>
            <pc:docMk/>
            <pc:sldMk cId="1987616757" sldId="287"/>
            <ac:spMk id="2" creationId="{182322BE-9CB9-0EDA-E4E7-3A7C16E6BA7A}"/>
          </ac:spMkLst>
        </pc:spChg>
        <pc:spChg chg="add del mod">
          <ac:chgData name="Ankita Dutta" userId="4faf27782965e11d" providerId="LiveId" clId="{FBDBE7AF-02E0-48A7-8B04-08EE088EC0D4}" dt="2025-11-24T18:11:36.525" v="842" actId="404"/>
          <ac:spMkLst>
            <pc:docMk/>
            <pc:sldMk cId="1987616757" sldId="287"/>
            <ac:spMk id="3" creationId="{447A4965-CC21-B437-967E-D21285B07D51}"/>
          </ac:spMkLst>
        </pc:spChg>
      </pc:sldChg>
      <pc:sldChg chg="modSp add mod">
        <pc:chgData name="Ankita Dutta" userId="4faf27782965e11d" providerId="LiveId" clId="{FBDBE7AF-02E0-48A7-8B04-08EE088EC0D4}" dt="2025-11-24T19:46:25.656" v="1061" actId="20577"/>
        <pc:sldMkLst>
          <pc:docMk/>
          <pc:sldMk cId="1631648466" sldId="288"/>
        </pc:sldMkLst>
        <pc:spChg chg="mod">
          <ac:chgData name="Ankita Dutta" userId="4faf27782965e11d" providerId="LiveId" clId="{FBDBE7AF-02E0-48A7-8B04-08EE088EC0D4}" dt="2025-11-24T19:46:25.656" v="1061" actId="20577"/>
          <ac:spMkLst>
            <pc:docMk/>
            <pc:sldMk cId="1631648466" sldId="288"/>
            <ac:spMk id="2" creationId="{5C864091-DA97-9360-04B6-AAE133511F09}"/>
          </ac:spMkLst>
        </pc:spChg>
        <pc:spChg chg="mod">
          <ac:chgData name="Ankita Dutta" userId="4faf27782965e11d" providerId="LiveId" clId="{FBDBE7AF-02E0-48A7-8B04-08EE088EC0D4}" dt="2025-11-24T18:11:45.594" v="844" actId="27636"/>
          <ac:spMkLst>
            <pc:docMk/>
            <pc:sldMk cId="1631648466" sldId="288"/>
            <ac:spMk id="3" creationId="{5FBA435B-C4A6-6CA8-7297-B8DCCD4D9A5F}"/>
          </ac:spMkLst>
        </pc:spChg>
      </pc:sldChg>
      <pc:sldChg chg="modSp add mod">
        <pc:chgData name="Ankita Dutta" userId="4faf27782965e11d" providerId="LiveId" clId="{FBDBE7AF-02E0-48A7-8B04-08EE088EC0D4}" dt="2025-11-24T19:48:18.333" v="1131" actId="20577"/>
        <pc:sldMkLst>
          <pc:docMk/>
          <pc:sldMk cId="2308461423" sldId="289"/>
        </pc:sldMkLst>
        <pc:spChg chg="mod">
          <ac:chgData name="Ankita Dutta" userId="4faf27782965e11d" providerId="LiveId" clId="{FBDBE7AF-02E0-48A7-8B04-08EE088EC0D4}" dt="2025-11-24T19:48:18.333" v="1131" actId="20577"/>
          <ac:spMkLst>
            <pc:docMk/>
            <pc:sldMk cId="2308461423" sldId="289"/>
            <ac:spMk id="2" creationId="{A569C783-C8C3-83C5-2F69-0B17C28E07D8}"/>
          </ac:spMkLst>
        </pc:spChg>
        <pc:spChg chg="mod">
          <ac:chgData name="Ankita Dutta" userId="4faf27782965e11d" providerId="LiveId" clId="{FBDBE7AF-02E0-48A7-8B04-08EE088EC0D4}" dt="2025-11-24T18:14:48.092" v="859" actId="14100"/>
          <ac:spMkLst>
            <pc:docMk/>
            <pc:sldMk cId="2308461423" sldId="289"/>
            <ac:spMk id="3" creationId="{FF2C9131-023B-96C8-77D0-B22E13AB4721}"/>
          </ac:spMkLst>
        </pc:spChg>
      </pc:sldChg>
      <pc:sldChg chg="modSp add mod">
        <pc:chgData name="Ankita Dutta" userId="4faf27782965e11d" providerId="LiveId" clId="{FBDBE7AF-02E0-48A7-8B04-08EE088EC0D4}" dt="2025-11-24T19:49:09.047" v="1166" actId="20577"/>
        <pc:sldMkLst>
          <pc:docMk/>
          <pc:sldMk cId="3679542693" sldId="290"/>
        </pc:sldMkLst>
        <pc:spChg chg="mod">
          <ac:chgData name="Ankita Dutta" userId="4faf27782965e11d" providerId="LiveId" clId="{FBDBE7AF-02E0-48A7-8B04-08EE088EC0D4}" dt="2025-11-24T19:49:09.047" v="1166" actId="20577"/>
          <ac:spMkLst>
            <pc:docMk/>
            <pc:sldMk cId="3679542693" sldId="290"/>
            <ac:spMk id="2" creationId="{25E1C2F8-3175-3D1C-E5FE-638203383EF1}"/>
          </ac:spMkLst>
        </pc:spChg>
        <pc:spChg chg="mod">
          <ac:chgData name="Ankita Dutta" userId="4faf27782965e11d" providerId="LiveId" clId="{FBDBE7AF-02E0-48A7-8B04-08EE088EC0D4}" dt="2025-11-24T18:16:40.792" v="863" actId="14100"/>
          <ac:spMkLst>
            <pc:docMk/>
            <pc:sldMk cId="3679542693" sldId="290"/>
            <ac:spMk id="3" creationId="{301A6E1B-3361-CD0B-6141-23FB64624AEC}"/>
          </ac:spMkLst>
        </pc:spChg>
      </pc:sldChg>
      <pc:sldChg chg="modSp add mod">
        <pc:chgData name="Ankita Dutta" userId="4faf27782965e11d" providerId="LiveId" clId="{FBDBE7AF-02E0-48A7-8B04-08EE088EC0D4}" dt="2025-11-24T19:49:53.912" v="1201" actId="20577"/>
        <pc:sldMkLst>
          <pc:docMk/>
          <pc:sldMk cId="760786181" sldId="291"/>
        </pc:sldMkLst>
        <pc:spChg chg="mod">
          <ac:chgData name="Ankita Dutta" userId="4faf27782965e11d" providerId="LiveId" clId="{FBDBE7AF-02E0-48A7-8B04-08EE088EC0D4}" dt="2025-11-24T19:49:53.912" v="1201" actId="20577"/>
          <ac:spMkLst>
            <pc:docMk/>
            <pc:sldMk cId="760786181" sldId="291"/>
            <ac:spMk id="2" creationId="{20858730-8492-CEC0-93EA-911874C93E84}"/>
          </ac:spMkLst>
        </pc:spChg>
      </pc:sldChg>
      <pc:sldChg chg="modSp add mod">
        <pc:chgData name="Ankita Dutta" userId="4faf27782965e11d" providerId="LiveId" clId="{FBDBE7AF-02E0-48A7-8B04-08EE088EC0D4}" dt="2025-11-24T19:50:35.082" v="1234" actId="20577"/>
        <pc:sldMkLst>
          <pc:docMk/>
          <pc:sldMk cId="1475538645" sldId="292"/>
        </pc:sldMkLst>
        <pc:spChg chg="mod">
          <ac:chgData name="Ankita Dutta" userId="4faf27782965e11d" providerId="LiveId" clId="{FBDBE7AF-02E0-48A7-8B04-08EE088EC0D4}" dt="2025-11-24T19:50:35.082" v="1234" actId="20577"/>
          <ac:spMkLst>
            <pc:docMk/>
            <pc:sldMk cId="1475538645" sldId="292"/>
            <ac:spMk id="2" creationId="{F4B4D227-E4BE-C65F-9EA8-9779C4A19F22}"/>
          </ac:spMkLst>
        </pc:spChg>
      </pc:sldChg>
      <pc:sldChg chg="modSp add mod">
        <pc:chgData name="Ankita Dutta" userId="4faf27782965e11d" providerId="LiveId" clId="{FBDBE7AF-02E0-48A7-8B04-08EE088EC0D4}" dt="2025-11-24T19:51:35.378" v="1269" actId="20577"/>
        <pc:sldMkLst>
          <pc:docMk/>
          <pc:sldMk cId="3810923288" sldId="293"/>
        </pc:sldMkLst>
        <pc:spChg chg="mod">
          <ac:chgData name="Ankita Dutta" userId="4faf27782965e11d" providerId="LiveId" clId="{FBDBE7AF-02E0-48A7-8B04-08EE088EC0D4}" dt="2025-11-24T19:51:35.378" v="1269" actId="20577"/>
          <ac:spMkLst>
            <pc:docMk/>
            <pc:sldMk cId="3810923288" sldId="293"/>
            <ac:spMk id="2" creationId="{4EDAC91B-9D73-C8D1-ECEE-7F07385E7BDE}"/>
          </ac:spMkLst>
        </pc:spChg>
        <pc:spChg chg="mod">
          <ac:chgData name="Ankita Dutta" userId="4faf27782965e11d" providerId="LiveId" clId="{FBDBE7AF-02E0-48A7-8B04-08EE088EC0D4}" dt="2025-11-24T18:18:11.487" v="866" actId="14100"/>
          <ac:spMkLst>
            <pc:docMk/>
            <pc:sldMk cId="3810923288" sldId="293"/>
            <ac:spMk id="3" creationId="{B5CBF0BF-43C5-E1B7-EE6D-334112AD4F3D}"/>
          </ac:spMkLst>
        </pc:spChg>
      </pc:sldChg>
      <pc:sldChg chg="add del">
        <pc:chgData name="Ankita Dutta" userId="4faf27782965e11d" providerId="LiveId" clId="{FBDBE7AF-02E0-48A7-8B04-08EE088EC0D4}" dt="2025-11-24T18:07:49.015" v="807" actId="2890"/>
        <pc:sldMkLst>
          <pc:docMk/>
          <pc:sldMk cId="1427170212" sldId="294"/>
        </pc:sldMkLst>
      </pc:sldChg>
      <pc:sldChg chg="addSp delSp modSp new mod modClrScheme chgLayout">
        <pc:chgData name="Ankita Dutta" userId="4faf27782965e11d" providerId="LiveId" clId="{FBDBE7AF-02E0-48A7-8B04-08EE088EC0D4}" dt="2025-12-06T13:42:36.268" v="1405" actId="1076"/>
        <pc:sldMkLst>
          <pc:docMk/>
          <pc:sldMk cId="3481380218" sldId="294"/>
        </pc:sldMkLst>
        <pc:spChg chg="mod ord">
          <ac:chgData name="Ankita Dutta" userId="4faf27782965e11d" providerId="LiveId" clId="{FBDBE7AF-02E0-48A7-8B04-08EE088EC0D4}" dt="2025-12-06T13:42:30.315" v="1404" actId="20577"/>
          <ac:spMkLst>
            <pc:docMk/>
            <pc:sldMk cId="3481380218" sldId="294"/>
            <ac:spMk id="2" creationId="{168D27E7-3DD4-73A4-D4DE-0F961A010428}"/>
          </ac:spMkLst>
        </pc:spChg>
        <pc:spChg chg="add del mod ord">
          <ac:chgData name="Ankita Dutta" userId="4faf27782965e11d" providerId="LiveId" clId="{FBDBE7AF-02E0-48A7-8B04-08EE088EC0D4}" dt="2025-12-06T13:38:26.606" v="1378" actId="700"/>
          <ac:spMkLst>
            <pc:docMk/>
            <pc:sldMk cId="3481380218" sldId="294"/>
            <ac:spMk id="3" creationId="{F53AFA39-9C70-532F-63ED-5C179A124160}"/>
          </ac:spMkLst>
        </pc:spChg>
        <pc:spChg chg="add mod">
          <ac:chgData name="Ankita Dutta" userId="4faf27782965e11d" providerId="LiveId" clId="{FBDBE7AF-02E0-48A7-8B04-08EE088EC0D4}" dt="2025-12-06T13:42:36.268" v="1405" actId="1076"/>
          <ac:spMkLst>
            <pc:docMk/>
            <pc:sldMk cId="3481380218" sldId="294"/>
            <ac:spMk id="4" creationId="{2D03F8AF-F17B-C6B2-428D-11DC45A549A6}"/>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33160366-5905-4C83-AA55-144561C48FD8}" type="datetimeFigureOut">
              <a:rPr lang="en-US" smtClean="0"/>
              <a:t>12/6/2025</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577674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160366-5905-4C83-AA55-144561C48FD8}"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2853509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160366-5905-4C83-AA55-144561C48FD8}"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3900544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3160366-5905-4C83-AA55-144561C48FD8}"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1242005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3160366-5905-4C83-AA55-144561C48FD8}" type="datetimeFigureOut">
              <a:rPr lang="en-US" smtClean="0"/>
              <a:t>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406011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3160366-5905-4C83-AA55-144561C48FD8}" type="datetimeFigureOut">
              <a:rPr lang="en-US" smtClean="0"/>
              <a:t>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555399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160366-5905-4C83-AA55-144561C48FD8}" type="datetimeFigureOut">
              <a:rPr lang="en-US" smtClean="0"/>
              <a:t>12/6/2025</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1458200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160366-5905-4C83-AA55-144561C48FD8}"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474065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160366-5905-4C83-AA55-144561C48FD8}"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2811105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160366-5905-4C83-AA55-144561C48FD8}"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3456678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3160366-5905-4C83-AA55-144561C48FD8}"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2900421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3160366-5905-4C83-AA55-144561C48FD8}"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30654962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160366-5905-4C83-AA55-144561C48FD8}"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41272118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3160366-5905-4C83-AA55-144561C48FD8}" type="datetimeFigureOut">
              <a:rPr lang="en-US" smtClean="0"/>
              <a:t>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19132653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3160366-5905-4C83-AA55-144561C48FD8}" type="datetimeFigureOut">
              <a:rPr lang="en-US" smtClean="0"/>
              <a:t>12/6/2025</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39285030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33160366-5905-4C83-AA55-144561C48FD8}"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9737106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33160366-5905-4C83-AA55-144561C48FD8}"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3485554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33160366-5905-4C83-AA55-144561C48FD8}" type="datetimeFigureOut">
              <a:rPr lang="en-US" smtClean="0"/>
              <a:t>12/6/2025</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12724D5D-AD48-4FAA-9667-FE9CD9ED6EC8}" type="slidenum">
              <a:rPr lang="en-US" smtClean="0"/>
              <a:t>‹#›</a:t>
            </a:fld>
            <a:endParaRPr lang="en-US"/>
          </a:p>
        </p:txBody>
      </p:sp>
    </p:spTree>
    <p:extLst>
      <p:ext uri="{BB962C8B-B14F-4D97-AF65-F5344CB8AC3E}">
        <p14:creationId xmlns:p14="http://schemas.microsoft.com/office/powerpoint/2010/main" val="2139790080"/>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5C74C-B283-F70D-7418-52B8B720C2E3}"/>
              </a:ext>
            </a:extLst>
          </p:cNvPr>
          <p:cNvSpPr>
            <a:spLocks noGrp="1"/>
          </p:cNvSpPr>
          <p:nvPr>
            <p:ph type="title"/>
          </p:nvPr>
        </p:nvSpPr>
        <p:spPr>
          <a:xfrm>
            <a:off x="1154954" y="2370667"/>
            <a:ext cx="7644917" cy="1822514"/>
          </a:xfrm>
        </p:spPr>
        <p:txBody>
          <a:bodyPr/>
          <a:lstStyle/>
          <a:p>
            <a:r>
              <a:rPr lang="en-US" b="1" dirty="0"/>
              <a:t>E-COMMERCE COMPANY CASE STUDY</a:t>
            </a:r>
          </a:p>
        </p:txBody>
      </p:sp>
      <p:sp>
        <p:nvSpPr>
          <p:cNvPr id="3" name="Subtitle 2">
            <a:extLst>
              <a:ext uri="{FF2B5EF4-FFF2-40B4-BE49-F238E27FC236}">
                <a16:creationId xmlns:a16="http://schemas.microsoft.com/office/drawing/2014/main" id="{B1E6DE24-33EE-77FC-5803-E1E1CEA8D5CA}"/>
              </a:ext>
            </a:extLst>
          </p:cNvPr>
          <p:cNvSpPr>
            <a:spLocks noGrp="1"/>
          </p:cNvSpPr>
          <p:nvPr>
            <p:ph type="body" idx="1"/>
          </p:nvPr>
        </p:nvSpPr>
        <p:spPr>
          <a:xfrm>
            <a:off x="1154954" y="5024967"/>
            <a:ext cx="8825659" cy="500762"/>
          </a:xfrm>
        </p:spPr>
        <p:txBody>
          <a:bodyPr>
            <a:normAutofit/>
          </a:bodyPr>
          <a:lstStyle/>
          <a:p>
            <a:r>
              <a:rPr lang="en-US" b="1" dirty="0">
                <a:solidFill>
                  <a:schemeClr val="accent1">
                    <a:lumMod val="75000"/>
                  </a:schemeClr>
                </a:solidFill>
              </a:rPr>
              <a:t>A MySQL Project</a:t>
            </a:r>
          </a:p>
        </p:txBody>
      </p:sp>
    </p:spTree>
    <p:extLst>
      <p:ext uri="{BB962C8B-B14F-4D97-AF65-F5344CB8AC3E}">
        <p14:creationId xmlns:p14="http://schemas.microsoft.com/office/powerpoint/2010/main" val="3052137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AE243-DE86-D117-4CBF-478F00DA64B0}"/>
              </a:ext>
            </a:extLst>
          </p:cNvPr>
          <p:cNvSpPr>
            <a:spLocks noGrp="1"/>
          </p:cNvSpPr>
          <p:nvPr>
            <p:ph type="title"/>
          </p:nvPr>
        </p:nvSpPr>
        <p:spPr/>
        <p:txBody>
          <a:bodyPr/>
          <a:lstStyle/>
          <a:p>
            <a:r>
              <a:rPr lang="en-US" b="1" dirty="0"/>
              <a:t>Project Overview</a:t>
            </a:r>
          </a:p>
        </p:txBody>
      </p:sp>
      <p:sp>
        <p:nvSpPr>
          <p:cNvPr id="3" name="Text Placeholder 2">
            <a:extLst>
              <a:ext uri="{FF2B5EF4-FFF2-40B4-BE49-F238E27FC236}">
                <a16:creationId xmlns:a16="http://schemas.microsoft.com/office/drawing/2014/main" id="{7752EB3D-A3EA-C48A-FC54-4E624DCB7CA2}"/>
              </a:ext>
            </a:extLst>
          </p:cNvPr>
          <p:cNvSpPr>
            <a:spLocks noGrp="1"/>
          </p:cNvSpPr>
          <p:nvPr>
            <p:ph idx="1"/>
          </p:nvPr>
        </p:nvSpPr>
        <p:spPr>
          <a:xfrm>
            <a:off x="1154954" y="2603500"/>
            <a:ext cx="9670362" cy="3416300"/>
          </a:xfrm>
        </p:spPr>
        <p:txBody>
          <a:bodyPr>
            <a:normAutofit fontScale="92500" lnSpcReduction="10000"/>
          </a:bodyPr>
          <a:lstStyle/>
          <a:p>
            <a:r>
              <a:rPr lang="en-US" dirty="0"/>
              <a:t>This project centers on applying SQL and data analysis techniques to an e-commerce company's operational database, simulating the vital role of a data analyst in a real business environment. </a:t>
            </a:r>
          </a:p>
          <a:p>
            <a:r>
              <a:rPr lang="en-US" dirty="0"/>
              <a:t>As part of the team, the task involves working with complex order data spanning various departments—such as sales, marketing, and supply chain—to extract actionable insights. </a:t>
            </a:r>
          </a:p>
          <a:p>
            <a:r>
              <a:rPr lang="en-US" dirty="0"/>
              <a:t>The case study challenges to optimize core business functions, like improving customer satisfaction, streamlining inventory management, and elevating sales performance, all through evidence-based recommendations driven by SQL queries and reporting. </a:t>
            </a:r>
          </a:p>
          <a:p>
            <a:r>
              <a:rPr lang="en-US" dirty="0"/>
              <a:t>By tackling a diverse range of business scenarios, this portfolio project demonstrates proficiency in MySQL, transforming raw data into strategic intelligence that empowers companies to thrive in competitive markets.</a:t>
            </a:r>
          </a:p>
        </p:txBody>
      </p:sp>
    </p:spTree>
    <p:extLst>
      <p:ext uri="{BB962C8B-B14F-4D97-AF65-F5344CB8AC3E}">
        <p14:creationId xmlns:p14="http://schemas.microsoft.com/office/powerpoint/2010/main" val="1571636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6C693-C733-8C9A-0F5E-53FDC23595F1}"/>
              </a:ext>
            </a:extLst>
          </p:cNvPr>
          <p:cNvSpPr>
            <a:spLocks noGrp="1"/>
          </p:cNvSpPr>
          <p:nvPr>
            <p:ph type="title"/>
          </p:nvPr>
        </p:nvSpPr>
        <p:spPr>
          <a:xfrm>
            <a:off x="1154954" y="973668"/>
            <a:ext cx="9326233" cy="706964"/>
          </a:xfrm>
        </p:spPr>
        <p:txBody>
          <a:bodyPr/>
          <a:lstStyle/>
          <a:p>
            <a:r>
              <a:rPr lang="en-US" dirty="0"/>
              <a:t>Problem 1: Market Segmentation Analysis</a:t>
            </a:r>
          </a:p>
        </p:txBody>
      </p:sp>
      <p:sp>
        <p:nvSpPr>
          <p:cNvPr id="3" name="Content Placeholder 2">
            <a:extLst>
              <a:ext uri="{FF2B5EF4-FFF2-40B4-BE49-F238E27FC236}">
                <a16:creationId xmlns:a16="http://schemas.microsoft.com/office/drawing/2014/main" id="{EC9F6E89-2BEF-4606-AFA8-480121447EC1}"/>
              </a:ext>
            </a:extLst>
          </p:cNvPr>
          <p:cNvSpPr>
            <a:spLocks noGrp="1"/>
          </p:cNvSpPr>
          <p:nvPr>
            <p:ph idx="1"/>
          </p:nvPr>
        </p:nvSpPr>
        <p:spPr/>
        <p:txBody>
          <a:bodyPr/>
          <a:lstStyle/>
          <a:p>
            <a:r>
              <a:rPr lang="en-US" dirty="0"/>
              <a:t>Identify the top 3 cities with the highest number of customers to determine key markets for targeted marketing and logistic optimization.</a:t>
            </a:r>
          </a:p>
        </p:txBody>
      </p:sp>
    </p:spTree>
    <p:extLst>
      <p:ext uri="{BB962C8B-B14F-4D97-AF65-F5344CB8AC3E}">
        <p14:creationId xmlns:p14="http://schemas.microsoft.com/office/powerpoint/2010/main" val="3878533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E8543-D275-4388-CFAF-5DC90CE09C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86BDCC-AB7B-BD07-21AF-49A1123C49C3}"/>
              </a:ext>
            </a:extLst>
          </p:cNvPr>
          <p:cNvSpPr>
            <a:spLocks noGrp="1"/>
          </p:cNvSpPr>
          <p:nvPr>
            <p:ph type="title"/>
          </p:nvPr>
        </p:nvSpPr>
        <p:spPr/>
        <p:txBody>
          <a:bodyPr/>
          <a:lstStyle/>
          <a:p>
            <a:r>
              <a:rPr lang="en-US" dirty="0"/>
              <a:t>Solution:</a:t>
            </a:r>
          </a:p>
        </p:txBody>
      </p:sp>
      <p:pic>
        <p:nvPicPr>
          <p:cNvPr id="10" name="Content Placeholder 9">
            <a:extLst>
              <a:ext uri="{FF2B5EF4-FFF2-40B4-BE49-F238E27FC236}">
                <a16:creationId xmlns:a16="http://schemas.microsoft.com/office/drawing/2014/main" id="{07659F2A-7405-8FE5-5713-26128C92B9E4}"/>
              </a:ext>
            </a:extLst>
          </p:cNvPr>
          <p:cNvPicPr>
            <a:picLocks noGrp="1" noChangeAspect="1"/>
          </p:cNvPicPr>
          <p:nvPr>
            <p:ph sz="half" idx="1"/>
          </p:nvPr>
        </p:nvPicPr>
        <p:blipFill>
          <a:blip r:embed="rId2"/>
          <a:stretch>
            <a:fillRect/>
          </a:stretch>
        </p:blipFill>
        <p:spPr>
          <a:xfrm>
            <a:off x="1585622" y="3146322"/>
            <a:ext cx="4758444" cy="190977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Content Placeholder 12">
            <a:extLst>
              <a:ext uri="{FF2B5EF4-FFF2-40B4-BE49-F238E27FC236}">
                <a16:creationId xmlns:a16="http://schemas.microsoft.com/office/drawing/2014/main" id="{F149884B-1CE1-6F60-0913-C7A91E14DC20}"/>
              </a:ext>
            </a:extLst>
          </p:cNvPr>
          <p:cNvPicPr>
            <a:picLocks noGrp="1" noChangeAspect="1"/>
          </p:cNvPicPr>
          <p:nvPr>
            <p:ph sz="half" idx="2"/>
          </p:nvPr>
        </p:nvPicPr>
        <p:blipFill>
          <a:blip r:embed="rId3"/>
          <a:stretch>
            <a:fillRect/>
          </a:stretch>
        </p:blipFill>
        <p:spPr>
          <a:xfrm>
            <a:off x="7099734" y="3482813"/>
            <a:ext cx="3283131" cy="123679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802227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162D30F-6C73-390C-E560-EB84EB30B5D3}"/>
              </a:ext>
            </a:extLst>
          </p:cNvPr>
          <p:cNvSpPr>
            <a:spLocks noGrp="1"/>
          </p:cNvSpPr>
          <p:nvPr>
            <p:ph type="title"/>
          </p:nvPr>
        </p:nvSpPr>
        <p:spPr/>
        <p:txBody>
          <a:bodyPr/>
          <a:lstStyle/>
          <a:p>
            <a:r>
              <a:rPr lang="en-US" dirty="0"/>
              <a:t>Insights Drawn: </a:t>
            </a:r>
          </a:p>
        </p:txBody>
      </p:sp>
      <p:sp>
        <p:nvSpPr>
          <p:cNvPr id="6" name="Content Placeholder 5">
            <a:extLst>
              <a:ext uri="{FF2B5EF4-FFF2-40B4-BE49-F238E27FC236}">
                <a16:creationId xmlns:a16="http://schemas.microsoft.com/office/drawing/2014/main" id="{ECFA3B4E-A4E6-5C88-AEC0-AFC5ECC31CAF}"/>
              </a:ext>
            </a:extLst>
          </p:cNvPr>
          <p:cNvSpPr>
            <a:spLocks noGrp="1"/>
          </p:cNvSpPr>
          <p:nvPr>
            <p:ph idx="1"/>
          </p:nvPr>
        </p:nvSpPr>
        <p:spPr>
          <a:xfrm>
            <a:off x="1154953" y="2603500"/>
            <a:ext cx="9886673" cy="3561326"/>
          </a:xfrm>
        </p:spPr>
        <p:txBody>
          <a:bodyPr>
            <a:normAutofit fontScale="92500" lnSpcReduction="20000"/>
          </a:bodyPr>
          <a:lstStyle/>
          <a:p>
            <a:r>
              <a:rPr lang="en-US" sz="1700" dirty="0"/>
              <a:t>The analysis identifies Delhi (16 customers), Chennai (15 customers), and Jaipur (11 customers) as the top three cities with the highest number of customers. These cities represent the company’s strongest customer bases and should be considered priority markets for targeted marketing efforts and strategic logistical planning.</a:t>
            </a:r>
          </a:p>
          <a:p>
            <a:r>
              <a:rPr lang="en-US" sz="1700" dirty="0"/>
              <a:t>Focusing on these locations can help the business:</a:t>
            </a:r>
          </a:p>
          <a:p>
            <a:pPr lvl="1"/>
            <a:r>
              <a:rPr lang="en-US" sz="1700" dirty="0"/>
              <a:t>Maximize ROI on marketing campaigns by targeting regions with already high customer engagement.</a:t>
            </a:r>
          </a:p>
          <a:p>
            <a:pPr lvl="1"/>
            <a:r>
              <a:rPr lang="en-US" sz="1700" dirty="0"/>
              <a:t>Optimize distribution and logistics, as increasing operational efficiency in high-demand areas can reduce delivery times and costs.</a:t>
            </a:r>
          </a:p>
          <a:p>
            <a:pPr lvl="1"/>
            <a:r>
              <a:rPr lang="en-US" sz="1700" dirty="0"/>
              <a:t>Support expansion strategies, using these cities as anchor markets for new product launches or service enhancements.</a:t>
            </a:r>
          </a:p>
          <a:p>
            <a:r>
              <a:rPr lang="en-US" sz="1700" dirty="0"/>
              <a:t>Overall, these three cities serve as key hubs for strengthening market presence and improving operational efficiency.</a:t>
            </a:r>
          </a:p>
          <a:p>
            <a:endParaRPr lang="en-US" dirty="0"/>
          </a:p>
        </p:txBody>
      </p:sp>
    </p:spTree>
    <p:extLst>
      <p:ext uri="{BB962C8B-B14F-4D97-AF65-F5344CB8AC3E}">
        <p14:creationId xmlns:p14="http://schemas.microsoft.com/office/powerpoint/2010/main" val="1982232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2A988-E205-17E8-E372-F08680374B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61FA1E-F6EB-1E2C-7AD5-BD51A17FC0AB}"/>
              </a:ext>
            </a:extLst>
          </p:cNvPr>
          <p:cNvSpPr>
            <a:spLocks noGrp="1"/>
          </p:cNvSpPr>
          <p:nvPr>
            <p:ph type="title"/>
          </p:nvPr>
        </p:nvSpPr>
        <p:spPr>
          <a:xfrm>
            <a:off x="1154954" y="973668"/>
            <a:ext cx="8991936" cy="706964"/>
          </a:xfrm>
        </p:spPr>
        <p:txBody>
          <a:bodyPr/>
          <a:lstStyle/>
          <a:p>
            <a:r>
              <a:rPr lang="en-US" dirty="0"/>
              <a:t>Problem 2: Engagement Depth Analysis</a:t>
            </a:r>
          </a:p>
        </p:txBody>
      </p:sp>
      <p:sp>
        <p:nvSpPr>
          <p:cNvPr id="4" name="Content Placeholder 3">
            <a:extLst>
              <a:ext uri="{FF2B5EF4-FFF2-40B4-BE49-F238E27FC236}">
                <a16:creationId xmlns:a16="http://schemas.microsoft.com/office/drawing/2014/main" id="{D31D87C0-49BD-DD5E-B8F2-563A37F00338}"/>
              </a:ext>
            </a:extLst>
          </p:cNvPr>
          <p:cNvSpPr>
            <a:spLocks noGrp="1"/>
          </p:cNvSpPr>
          <p:nvPr>
            <p:ph idx="1"/>
          </p:nvPr>
        </p:nvSpPr>
        <p:spPr>
          <a:xfrm>
            <a:off x="1154954" y="2603500"/>
            <a:ext cx="9070594" cy="3416300"/>
          </a:xfrm>
        </p:spPr>
        <p:txBody>
          <a:bodyPr/>
          <a:lstStyle/>
          <a:p>
            <a:r>
              <a:rPr lang="en-US" dirty="0"/>
              <a:t>Determine the distribution of customers by the number of orders placed. This insight will help in segmenting customers into one-time buyers, occasional shoppers, and regular customers for tailored marketing strategies.</a:t>
            </a:r>
          </a:p>
        </p:txBody>
      </p:sp>
    </p:spTree>
    <p:extLst>
      <p:ext uri="{BB962C8B-B14F-4D97-AF65-F5344CB8AC3E}">
        <p14:creationId xmlns:p14="http://schemas.microsoft.com/office/powerpoint/2010/main" val="980767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9683-0A23-828D-1AFD-5A97B3793259}"/>
              </a:ext>
            </a:extLst>
          </p:cNvPr>
          <p:cNvSpPr>
            <a:spLocks noGrp="1"/>
          </p:cNvSpPr>
          <p:nvPr>
            <p:ph type="title"/>
          </p:nvPr>
        </p:nvSpPr>
        <p:spPr/>
        <p:txBody>
          <a:bodyPr/>
          <a:lstStyle/>
          <a:p>
            <a:r>
              <a:rPr lang="en-US" dirty="0"/>
              <a:t>Solution:</a:t>
            </a:r>
          </a:p>
        </p:txBody>
      </p:sp>
      <p:pic>
        <p:nvPicPr>
          <p:cNvPr id="20" name="Content Placeholder 19">
            <a:extLst>
              <a:ext uri="{FF2B5EF4-FFF2-40B4-BE49-F238E27FC236}">
                <a16:creationId xmlns:a16="http://schemas.microsoft.com/office/drawing/2014/main" id="{ADB3ABC6-7CD2-1045-EC82-B6134D350513}"/>
              </a:ext>
            </a:extLst>
          </p:cNvPr>
          <p:cNvPicPr>
            <a:picLocks noGrp="1" noChangeAspect="1"/>
          </p:cNvPicPr>
          <p:nvPr>
            <p:ph sz="half" idx="2"/>
          </p:nvPr>
        </p:nvPicPr>
        <p:blipFill>
          <a:blip r:embed="rId2"/>
          <a:srcRect r="23221" b="13197"/>
          <a:stretch>
            <a:fillRect/>
          </a:stretch>
        </p:blipFill>
        <p:spPr>
          <a:xfrm>
            <a:off x="6993230" y="2970171"/>
            <a:ext cx="3684604" cy="258139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Content Placeholder 7">
            <a:extLst>
              <a:ext uri="{FF2B5EF4-FFF2-40B4-BE49-F238E27FC236}">
                <a16:creationId xmlns:a16="http://schemas.microsoft.com/office/drawing/2014/main" id="{90880FFE-0CE1-8D12-7F0C-B22FCD2DABB7}"/>
              </a:ext>
            </a:extLst>
          </p:cNvPr>
          <p:cNvPicPr>
            <a:picLocks noGrp="1" noChangeAspect="1"/>
          </p:cNvPicPr>
          <p:nvPr>
            <p:ph sz="half" idx="1"/>
          </p:nvPr>
        </p:nvPicPr>
        <p:blipFill>
          <a:blip r:embed="rId3"/>
          <a:stretch>
            <a:fillRect/>
          </a:stretch>
        </p:blipFill>
        <p:spPr>
          <a:xfrm>
            <a:off x="1376517" y="2703760"/>
            <a:ext cx="4987055" cy="311421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33837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6157C-BE72-8338-DA2A-DE7A0F5745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CCBCB-F31C-CDC0-C5E6-612A727B3C2A}"/>
              </a:ext>
            </a:extLst>
          </p:cNvPr>
          <p:cNvSpPr>
            <a:spLocks noGrp="1"/>
          </p:cNvSpPr>
          <p:nvPr>
            <p:ph type="title"/>
          </p:nvPr>
        </p:nvSpPr>
        <p:spPr/>
        <p:txBody>
          <a:bodyPr/>
          <a:lstStyle/>
          <a:p>
            <a:r>
              <a:rPr lang="en-US" dirty="0"/>
              <a:t>Solution:</a:t>
            </a:r>
          </a:p>
        </p:txBody>
      </p:sp>
      <p:pic>
        <p:nvPicPr>
          <p:cNvPr id="16" name="Content Placeholder 15">
            <a:extLst>
              <a:ext uri="{FF2B5EF4-FFF2-40B4-BE49-F238E27FC236}">
                <a16:creationId xmlns:a16="http://schemas.microsoft.com/office/drawing/2014/main" id="{48185E95-3C3B-04DA-6EFB-FAFE1920AD47}"/>
              </a:ext>
            </a:extLst>
          </p:cNvPr>
          <p:cNvPicPr>
            <a:picLocks noGrp="1" noChangeAspect="1"/>
          </p:cNvPicPr>
          <p:nvPr>
            <p:ph sz="half" idx="2"/>
          </p:nvPr>
        </p:nvPicPr>
        <p:blipFill>
          <a:blip r:embed="rId2"/>
          <a:stretch>
            <a:fillRect/>
          </a:stretch>
        </p:blipFill>
        <p:spPr>
          <a:xfrm>
            <a:off x="6906966" y="3133983"/>
            <a:ext cx="3523668" cy="231890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Content Placeholder 5">
            <a:extLst>
              <a:ext uri="{FF2B5EF4-FFF2-40B4-BE49-F238E27FC236}">
                <a16:creationId xmlns:a16="http://schemas.microsoft.com/office/drawing/2014/main" id="{F95F1A1C-EE49-5261-0231-88A8695BBB64}"/>
              </a:ext>
            </a:extLst>
          </p:cNvPr>
          <p:cNvPicPr>
            <a:picLocks noGrp="1" noChangeAspect="1"/>
          </p:cNvPicPr>
          <p:nvPr>
            <p:ph sz="half" idx="1"/>
          </p:nvPr>
        </p:nvPicPr>
        <p:blipFill>
          <a:blip r:embed="rId3"/>
          <a:stretch>
            <a:fillRect/>
          </a:stretch>
        </p:blipFill>
        <p:spPr>
          <a:xfrm>
            <a:off x="1672605" y="2702538"/>
            <a:ext cx="4124901" cy="318179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582564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1CC4742-B007-E20E-70FA-CEFFC2143153}"/>
              </a:ext>
            </a:extLst>
          </p:cNvPr>
          <p:cNvSpPr>
            <a:spLocks noGrp="1"/>
          </p:cNvSpPr>
          <p:nvPr>
            <p:ph type="title"/>
          </p:nvPr>
        </p:nvSpPr>
        <p:spPr/>
        <p:txBody>
          <a:bodyPr/>
          <a:lstStyle/>
          <a:p>
            <a:r>
              <a:rPr lang="en-US" dirty="0"/>
              <a:t>Insights Drawn: </a:t>
            </a:r>
          </a:p>
        </p:txBody>
      </p:sp>
      <p:sp>
        <p:nvSpPr>
          <p:cNvPr id="6" name="Content Placeholder 5">
            <a:extLst>
              <a:ext uri="{FF2B5EF4-FFF2-40B4-BE49-F238E27FC236}">
                <a16:creationId xmlns:a16="http://schemas.microsoft.com/office/drawing/2014/main" id="{966B759C-2E96-EDDA-96D7-5AB0F44EE4C2}"/>
              </a:ext>
            </a:extLst>
          </p:cNvPr>
          <p:cNvSpPr>
            <a:spLocks noGrp="1"/>
          </p:cNvSpPr>
          <p:nvPr>
            <p:ph idx="1"/>
          </p:nvPr>
        </p:nvSpPr>
        <p:spPr>
          <a:xfrm>
            <a:off x="1154954" y="2603500"/>
            <a:ext cx="9345898" cy="3416300"/>
          </a:xfrm>
        </p:spPr>
        <p:txBody>
          <a:bodyPr>
            <a:normAutofit/>
          </a:bodyPr>
          <a:lstStyle/>
          <a:p>
            <a:r>
              <a:rPr lang="en-US" sz="1600" dirty="0"/>
              <a:t>Most customers are one-time or light buyers (1–2 orders), showing a strong need for retention efforts.</a:t>
            </a:r>
          </a:p>
          <a:p>
            <a:r>
              <a:rPr lang="en-US" sz="1600" dirty="0"/>
              <a:t>A moderate group places 3–5 orders, indicating potential to nurture them into loyal customers.</a:t>
            </a:r>
          </a:p>
          <a:p>
            <a:r>
              <a:rPr lang="en-US" sz="1600" dirty="0"/>
              <a:t>Very few customers are high-frequency shoppers (6+ orders), making them valuable and worth targeted VIP treatment.</a:t>
            </a:r>
          </a:p>
          <a:p>
            <a:r>
              <a:rPr lang="en-US" sz="1600" dirty="0"/>
              <a:t>Overall pattern shows a long tail, where many buy rarely and only a small number buy frequently — highlighting opportunities to convert one-time buyers into repeat customers.</a:t>
            </a:r>
          </a:p>
        </p:txBody>
      </p:sp>
    </p:spTree>
    <p:extLst>
      <p:ext uri="{BB962C8B-B14F-4D97-AF65-F5344CB8AC3E}">
        <p14:creationId xmlns:p14="http://schemas.microsoft.com/office/powerpoint/2010/main" val="180093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4CA22-023C-E3AD-98D7-049B379EEDA0}"/>
              </a:ext>
            </a:extLst>
          </p:cNvPr>
          <p:cNvSpPr>
            <a:spLocks noGrp="1"/>
          </p:cNvSpPr>
          <p:nvPr>
            <p:ph type="title"/>
          </p:nvPr>
        </p:nvSpPr>
        <p:spPr>
          <a:xfrm>
            <a:off x="1154953" y="973668"/>
            <a:ext cx="9463885" cy="706964"/>
          </a:xfrm>
        </p:spPr>
        <p:txBody>
          <a:bodyPr/>
          <a:lstStyle/>
          <a:p>
            <a:r>
              <a:rPr lang="en-US" dirty="0"/>
              <a:t>Problem 3: Purchase High-Value Products</a:t>
            </a:r>
          </a:p>
        </p:txBody>
      </p:sp>
      <p:sp>
        <p:nvSpPr>
          <p:cNvPr id="3" name="Content Placeholder 2">
            <a:extLst>
              <a:ext uri="{FF2B5EF4-FFF2-40B4-BE49-F238E27FC236}">
                <a16:creationId xmlns:a16="http://schemas.microsoft.com/office/drawing/2014/main" id="{F1066E7C-5A09-5889-1BD6-B4E3D2068F12}"/>
              </a:ext>
            </a:extLst>
          </p:cNvPr>
          <p:cNvSpPr>
            <a:spLocks noGrp="1"/>
          </p:cNvSpPr>
          <p:nvPr>
            <p:ph idx="1"/>
          </p:nvPr>
        </p:nvSpPr>
        <p:spPr/>
        <p:txBody>
          <a:bodyPr/>
          <a:lstStyle/>
          <a:p>
            <a:r>
              <a:rPr lang="en-US" dirty="0"/>
              <a:t>Identify products where the average purchase quantity per order is 2 but with a high total revenue, suggesting premium product trends.</a:t>
            </a:r>
          </a:p>
        </p:txBody>
      </p:sp>
    </p:spTree>
    <p:extLst>
      <p:ext uri="{BB962C8B-B14F-4D97-AF65-F5344CB8AC3E}">
        <p14:creationId xmlns:p14="http://schemas.microsoft.com/office/powerpoint/2010/main" val="3340043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A2EC1-5748-E140-88FB-84AC4F42308D}"/>
              </a:ext>
            </a:extLst>
          </p:cNvPr>
          <p:cNvSpPr>
            <a:spLocks noGrp="1"/>
          </p:cNvSpPr>
          <p:nvPr>
            <p:ph type="title"/>
          </p:nvPr>
        </p:nvSpPr>
        <p:spPr/>
        <p:txBody>
          <a:bodyPr/>
          <a:lstStyle/>
          <a:p>
            <a:r>
              <a:rPr lang="en-US" dirty="0"/>
              <a:t>Solution: </a:t>
            </a:r>
          </a:p>
        </p:txBody>
      </p:sp>
      <p:pic>
        <p:nvPicPr>
          <p:cNvPr id="8" name="Content Placeholder 7">
            <a:extLst>
              <a:ext uri="{FF2B5EF4-FFF2-40B4-BE49-F238E27FC236}">
                <a16:creationId xmlns:a16="http://schemas.microsoft.com/office/drawing/2014/main" id="{BF400C03-40EF-4229-5064-E2ED731C4B1F}"/>
              </a:ext>
            </a:extLst>
          </p:cNvPr>
          <p:cNvPicPr>
            <a:picLocks noGrp="1" noChangeAspect="1"/>
          </p:cNvPicPr>
          <p:nvPr>
            <p:ph sz="half" idx="1"/>
          </p:nvPr>
        </p:nvPicPr>
        <p:blipFill>
          <a:blip r:embed="rId2"/>
          <a:stretch>
            <a:fillRect/>
          </a:stretch>
        </p:blipFill>
        <p:spPr>
          <a:xfrm>
            <a:off x="1219666" y="3316148"/>
            <a:ext cx="4696480" cy="199100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Content Placeholder 10">
            <a:extLst>
              <a:ext uri="{FF2B5EF4-FFF2-40B4-BE49-F238E27FC236}">
                <a16:creationId xmlns:a16="http://schemas.microsoft.com/office/drawing/2014/main" id="{5DD7B41D-C229-1E8B-87CD-B553A2E2731C}"/>
              </a:ext>
            </a:extLst>
          </p:cNvPr>
          <p:cNvPicPr>
            <a:picLocks noGrp="1" noChangeAspect="1"/>
          </p:cNvPicPr>
          <p:nvPr>
            <p:ph sz="half" idx="2"/>
          </p:nvPr>
        </p:nvPicPr>
        <p:blipFill>
          <a:blip r:embed="rId3"/>
          <a:stretch>
            <a:fillRect/>
          </a:stretch>
        </p:blipFill>
        <p:spPr>
          <a:xfrm>
            <a:off x="6725875" y="3677264"/>
            <a:ext cx="3934542" cy="123886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169065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FDE78-0096-970E-6B87-98174EBCE04F}"/>
              </a:ext>
            </a:extLst>
          </p:cNvPr>
          <p:cNvSpPr>
            <a:spLocks noGrp="1"/>
          </p:cNvSpPr>
          <p:nvPr>
            <p:ph type="title"/>
          </p:nvPr>
        </p:nvSpPr>
        <p:spPr/>
        <p:txBody>
          <a:bodyPr/>
          <a:lstStyle/>
          <a:p>
            <a:r>
              <a:rPr lang="en-US" dirty="0"/>
              <a:t>Insights Drawn: </a:t>
            </a:r>
          </a:p>
        </p:txBody>
      </p:sp>
      <p:sp>
        <p:nvSpPr>
          <p:cNvPr id="3" name="Content Placeholder 2">
            <a:extLst>
              <a:ext uri="{FF2B5EF4-FFF2-40B4-BE49-F238E27FC236}">
                <a16:creationId xmlns:a16="http://schemas.microsoft.com/office/drawing/2014/main" id="{5994B6B3-3795-0721-F6EC-15D6F1648CFE}"/>
              </a:ext>
            </a:extLst>
          </p:cNvPr>
          <p:cNvSpPr>
            <a:spLocks noGrp="1"/>
          </p:cNvSpPr>
          <p:nvPr>
            <p:ph idx="1"/>
          </p:nvPr>
        </p:nvSpPr>
        <p:spPr>
          <a:xfrm>
            <a:off x="1154954" y="2603500"/>
            <a:ext cx="9532711" cy="3551494"/>
          </a:xfrm>
        </p:spPr>
        <p:txBody>
          <a:bodyPr>
            <a:normAutofit fontScale="92500" lnSpcReduction="10000"/>
          </a:bodyPr>
          <a:lstStyle/>
          <a:p>
            <a:r>
              <a:rPr lang="en-US" sz="1700" dirty="0"/>
              <a:t>The query identifies products with an average purchase quantity of 2 per order but high total revenue.</a:t>
            </a:r>
          </a:p>
          <a:p>
            <a:r>
              <a:rPr lang="en-US" sz="1700" dirty="0"/>
              <a:t>This pattern suggests these items are premium or high-priced products, generating strong revenue despite low purchase volumes.</a:t>
            </a:r>
          </a:p>
          <a:p>
            <a:r>
              <a:rPr lang="en-US" sz="1700" dirty="0"/>
              <a:t>Product 1 stands out with significantly higher revenue, indicating high value or strong demand even at small quantities.</a:t>
            </a:r>
          </a:p>
          <a:p>
            <a:r>
              <a:rPr lang="en-US" sz="1700" dirty="0"/>
              <a:t>These products are strong candidates for:</a:t>
            </a:r>
          </a:p>
          <a:p>
            <a:pPr lvl="1"/>
            <a:r>
              <a:rPr lang="en-US" sz="1700" dirty="0"/>
              <a:t>Premium positioning</a:t>
            </a:r>
          </a:p>
          <a:p>
            <a:pPr lvl="1"/>
            <a:r>
              <a:rPr lang="en-US" sz="1700" dirty="0"/>
              <a:t>Focused marketing efforts</a:t>
            </a:r>
          </a:p>
          <a:p>
            <a:pPr lvl="1"/>
            <a:r>
              <a:rPr lang="en-US" sz="1700" dirty="0"/>
              <a:t>Strategic pricing adjustments</a:t>
            </a:r>
          </a:p>
          <a:p>
            <a:pPr lvl="1"/>
            <a:r>
              <a:rPr lang="en-US" sz="1700" dirty="0"/>
              <a:t>Inclusion in high-value promotional bundles</a:t>
            </a:r>
          </a:p>
          <a:p>
            <a:endParaRPr lang="en-US" dirty="0"/>
          </a:p>
        </p:txBody>
      </p:sp>
    </p:spTree>
    <p:extLst>
      <p:ext uri="{BB962C8B-B14F-4D97-AF65-F5344CB8AC3E}">
        <p14:creationId xmlns:p14="http://schemas.microsoft.com/office/powerpoint/2010/main" val="1215393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420AE-E25B-BD2E-C556-5AB2AC171CE5}"/>
              </a:ext>
            </a:extLst>
          </p:cNvPr>
          <p:cNvSpPr>
            <a:spLocks noGrp="1"/>
          </p:cNvSpPr>
          <p:nvPr>
            <p:ph type="title"/>
          </p:nvPr>
        </p:nvSpPr>
        <p:spPr>
          <a:xfrm>
            <a:off x="1154954" y="973668"/>
            <a:ext cx="9896504" cy="706964"/>
          </a:xfrm>
        </p:spPr>
        <p:txBody>
          <a:bodyPr/>
          <a:lstStyle/>
          <a:p>
            <a:r>
              <a:rPr lang="en-US" dirty="0"/>
              <a:t>Problem 4: Category-Wise Customer Reach</a:t>
            </a:r>
          </a:p>
        </p:txBody>
      </p:sp>
      <p:sp>
        <p:nvSpPr>
          <p:cNvPr id="3" name="Content Placeholder 2">
            <a:extLst>
              <a:ext uri="{FF2B5EF4-FFF2-40B4-BE49-F238E27FC236}">
                <a16:creationId xmlns:a16="http://schemas.microsoft.com/office/drawing/2014/main" id="{B0FCC240-4F12-90F7-25DE-784157231204}"/>
              </a:ext>
            </a:extLst>
          </p:cNvPr>
          <p:cNvSpPr>
            <a:spLocks noGrp="1"/>
          </p:cNvSpPr>
          <p:nvPr>
            <p:ph idx="1"/>
          </p:nvPr>
        </p:nvSpPr>
        <p:spPr/>
        <p:txBody>
          <a:bodyPr/>
          <a:lstStyle/>
          <a:p>
            <a:r>
              <a:rPr lang="en-US" dirty="0"/>
              <a:t>For each product category, calculate the unique number of customers purchasing from it. This will help understand which categories have a wider appeal across the customer base.</a:t>
            </a:r>
          </a:p>
        </p:txBody>
      </p:sp>
    </p:spTree>
    <p:extLst>
      <p:ext uri="{BB962C8B-B14F-4D97-AF65-F5344CB8AC3E}">
        <p14:creationId xmlns:p14="http://schemas.microsoft.com/office/powerpoint/2010/main" val="3235848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65A40-1B85-4D3F-FF56-E0C5982CDB75}"/>
              </a:ext>
            </a:extLst>
          </p:cNvPr>
          <p:cNvSpPr>
            <a:spLocks noGrp="1"/>
          </p:cNvSpPr>
          <p:nvPr>
            <p:ph type="title"/>
          </p:nvPr>
        </p:nvSpPr>
        <p:spPr/>
        <p:txBody>
          <a:bodyPr/>
          <a:lstStyle/>
          <a:p>
            <a:r>
              <a:rPr lang="en-US" dirty="0"/>
              <a:t>Solution: </a:t>
            </a:r>
          </a:p>
        </p:txBody>
      </p:sp>
      <p:pic>
        <p:nvPicPr>
          <p:cNvPr id="9" name="Content Placeholder 8">
            <a:extLst>
              <a:ext uri="{FF2B5EF4-FFF2-40B4-BE49-F238E27FC236}">
                <a16:creationId xmlns:a16="http://schemas.microsoft.com/office/drawing/2014/main" id="{36CD613D-8CDC-5729-40B6-18F63AE1CCFE}"/>
              </a:ext>
            </a:extLst>
          </p:cNvPr>
          <p:cNvPicPr>
            <a:picLocks noGrp="1" noChangeAspect="1"/>
          </p:cNvPicPr>
          <p:nvPr>
            <p:ph sz="half" idx="2"/>
          </p:nvPr>
        </p:nvPicPr>
        <p:blipFill>
          <a:blip r:embed="rId2"/>
          <a:srcRect r="6576" b="11494"/>
          <a:stretch>
            <a:fillRect/>
          </a:stretch>
        </p:blipFill>
        <p:spPr>
          <a:xfrm>
            <a:off x="7067516" y="3582583"/>
            <a:ext cx="3492330" cy="143847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Content Placeholder 6">
            <a:extLst>
              <a:ext uri="{FF2B5EF4-FFF2-40B4-BE49-F238E27FC236}">
                <a16:creationId xmlns:a16="http://schemas.microsoft.com/office/drawing/2014/main" id="{F46D79A6-465B-14C7-DDE9-E9065605B7C2}"/>
              </a:ext>
            </a:extLst>
          </p:cNvPr>
          <p:cNvPicPr>
            <a:picLocks noGrp="1" noChangeAspect="1"/>
          </p:cNvPicPr>
          <p:nvPr>
            <p:ph sz="half" idx="1"/>
          </p:nvPr>
        </p:nvPicPr>
        <p:blipFill>
          <a:blip r:embed="rId3"/>
          <a:stretch>
            <a:fillRect/>
          </a:stretch>
        </p:blipFill>
        <p:spPr>
          <a:xfrm>
            <a:off x="1411338" y="3149720"/>
            <a:ext cx="4824413" cy="230419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638993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2397B-F175-E3D5-968B-3818EE8A13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2322BE-9CB9-0EDA-E4E7-3A7C16E6BA7A}"/>
              </a:ext>
            </a:extLst>
          </p:cNvPr>
          <p:cNvSpPr>
            <a:spLocks noGrp="1"/>
          </p:cNvSpPr>
          <p:nvPr>
            <p:ph type="title"/>
          </p:nvPr>
        </p:nvSpPr>
        <p:spPr/>
        <p:txBody>
          <a:bodyPr/>
          <a:lstStyle/>
          <a:p>
            <a:r>
              <a:rPr lang="en-US" dirty="0"/>
              <a:t>Insights Drawn: </a:t>
            </a:r>
          </a:p>
        </p:txBody>
      </p:sp>
      <p:sp>
        <p:nvSpPr>
          <p:cNvPr id="3" name="Content Placeholder 2">
            <a:extLst>
              <a:ext uri="{FF2B5EF4-FFF2-40B4-BE49-F238E27FC236}">
                <a16:creationId xmlns:a16="http://schemas.microsoft.com/office/drawing/2014/main" id="{447A4965-CC21-B437-967E-D21285B07D51}"/>
              </a:ext>
            </a:extLst>
          </p:cNvPr>
          <p:cNvSpPr>
            <a:spLocks noGrp="1"/>
          </p:cNvSpPr>
          <p:nvPr>
            <p:ph idx="1"/>
          </p:nvPr>
        </p:nvSpPr>
        <p:spPr>
          <a:xfrm>
            <a:off x="1154954" y="2603500"/>
            <a:ext cx="9227911" cy="3416300"/>
          </a:xfrm>
        </p:spPr>
        <p:txBody>
          <a:bodyPr>
            <a:normAutofit/>
          </a:bodyPr>
          <a:lstStyle/>
          <a:p>
            <a:r>
              <a:rPr lang="en-US" sz="1600" dirty="0"/>
              <a:t>Electronics has the widest reach (79 customers) → strongest category in terms of customer appeal and engagement.</a:t>
            </a:r>
          </a:p>
          <a:p>
            <a:r>
              <a:rPr lang="en-US" sz="1600" dirty="0"/>
              <a:t>Wearable Tech attracts a moderate customer base (61 customers) → good interest but scope to expand through targeted campaigns.</a:t>
            </a:r>
          </a:p>
          <a:p>
            <a:r>
              <a:rPr lang="en-US" sz="1600" dirty="0"/>
              <a:t>Photography has the smallest unique customer base (45 customers) → niche segment; needs focused marketing or product bundling to boost traction.</a:t>
            </a:r>
          </a:p>
        </p:txBody>
      </p:sp>
    </p:spTree>
    <p:extLst>
      <p:ext uri="{BB962C8B-B14F-4D97-AF65-F5344CB8AC3E}">
        <p14:creationId xmlns:p14="http://schemas.microsoft.com/office/powerpoint/2010/main" val="1987616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F7157-49B1-ECD9-7A7E-7E89A73AD94A}"/>
              </a:ext>
            </a:extLst>
          </p:cNvPr>
          <p:cNvSpPr>
            <a:spLocks noGrp="1"/>
          </p:cNvSpPr>
          <p:nvPr>
            <p:ph type="title"/>
          </p:nvPr>
        </p:nvSpPr>
        <p:spPr/>
        <p:txBody>
          <a:bodyPr/>
          <a:lstStyle/>
          <a:p>
            <a:r>
              <a:rPr lang="en-US" dirty="0"/>
              <a:t>Problem 5: Sales Trend Analysis</a:t>
            </a:r>
          </a:p>
        </p:txBody>
      </p:sp>
      <p:sp>
        <p:nvSpPr>
          <p:cNvPr id="3" name="Content Placeholder 2">
            <a:extLst>
              <a:ext uri="{FF2B5EF4-FFF2-40B4-BE49-F238E27FC236}">
                <a16:creationId xmlns:a16="http://schemas.microsoft.com/office/drawing/2014/main" id="{05195F29-8260-7000-11C1-8038F0CFBB3A}"/>
              </a:ext>
            </a:extLst>
          </p:cNvPr>
          <p:cNvSpPr>
            <a:spLocks noGrp="1"/>
          </p:cNvSpPr>
          <p:nvPr>
            <p:ph idx="1"/>
          </p:nvPr>
        </p:nvSpPr>
        <p:spPr/>
        <p:txBody>
          <a:bodyPr/>
          <a:lstStyle/>
          <a:p>
            <a:r>
              <a:rPr lang="en-US" dirty="0"/>
              <a:t>Analyze the month-on-month percentage change in total sales to identify growth trends.</a:t>
            </a:r>
          </a:p>
        </p:txBody>
      </p:sp>
    </p:spTree>
    <p:extLst>
      <p:ext uri="{BB962C8B-B14F-4D97-AF65-F5344CB8AC3E}">
        <p14:creationId xmlns:p14="http://schemas.microsoft.com/office/powerpoint/2010/main" val="22318683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F8417-967F-E665-0545-615FD210CF47}"/>
              </a:ext>
            </a:extLst>
          </p:cNvPr>
          <p:cNvSpPr>
            <a:spLocks noGrp="1"/>
          </p:cNvSpPr>
          <p:nvPr>
            <p:ph type="title"/>
          </p:nvPr>
        </p:nvSpPr>
        <p:spPr/>
        <p:txBody>
          <a:bodyPr/>
          <a:lstStyle/>
          <a:p>
            <a:r>
              <a:rPr lang="en-US" dirty="0"/>
              <a:t>Solution:</a:t>
            </a:r>
          </a:p>
        </p:txBody>
      </p:sp>
      <p:pic>
        <p:nvPicPr>
          <p:cNvPr id="9" name="Content Placeholder 8">
            <a:extLst>
              <a:ext uri="{FF2B5EF4-FFF2-40B4-BE49-F238E27FC236}">
                <a16:creationId xmlns:a16="http://schemas.microsoft.com/office/drawing/2014/main" id="{AAFCA8B4-FF1A-2A0E-FE13-50094E3C5784}"/>
              </a:ext>
            </a:extLst>
          </p:cNvPr>
          <p:cNvPicPr>
            <a:picLocks noGrp="1" noChangeAspect="1"/>
          </p:cNvPicPr>
          <p:nvPr>
            <p:ph sz="half" idx="2"/>
          </p:nvPr>
        </p:nvPicPr>
        <p:blipFill>
          <a:blip r:embed="rId2"/>
          <a:stretch>
            <a:fillRect/>
          </a:stretch>
        </p:blipFill>
        <p:spPr>
          <a:xfrm>
            <a:off x="7452852" y="2693317"/>
            <a:ext cx="2940817" cy="296856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Content Placeholder 5">
            <a:extLst>
              <a:ext uri="{FF2B5EF4-FFF2-40B4-BE49-F238E27FC236}">
                <a16:creationId xmlns:a16="http://schemas.microsoft.com/office/drawing/2014/main" id="{C83A92C5-CC2D-59DD-CD08-654F11553E3B}"/>
              </a:ext>
            </a:extLst>
          </p:cNvPr>
          <p:cNvPicPr>
            <a:picLocks noGrp="1" noChangeAspect="1"/>
          </p:cNvPicPr>
          <p:nvPr>
            <p:ph sz="half" idx="1"/>
          </p:nvPr>
        </p:nvPicPr>
        <p:blipFill>
          <a:blip r:embed="rId3"/>
          <a:stretch>
            <a:fillRect/>
          </a:stretch>
        </p:blipFill>
        <p:spPr>
          <a:xfrm>
            <a:off x="1322849" y="2696388"/>
            <a:ext cx="5297899" cy="29654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7937622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E0CB1-BA68-32A2-130A-FDD2D69C68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864091-DA97-9360-04B6-AAE133511F09}"/>
              </a:ext>
            </a:extLst>
          </p:cNvPr>
          <p:cNvSpPr>
            <a:spLocks noGrp="1"/>
          </p:cNvSpPr>
          <p:nvPr>
            <p:ph type="title"/>
          </p:nvPr>
        </p:nvSpPr>
        <p:spPr/>
        <p:txBody>
          <a:bodyPr/>
          <a:lstStyle/>
          <a:p>
            <a:r>
              <a:rPr lang="en-US" dirty="0"/>
              <a:t>Insights Drawn: </a:t>
            </a:r>
          </a:p>
        </p:txBody>
      </p:sp>
      <p:sp>
        <p:nvSpPr>
          <p:cNvPr id="3" name="Content Placeholder 2">
            <a:extLst>
              <a:ext uri="{FF2B5EF4-FFF2-40B4-BE49-F238E27FC236}">
                <a16:creationId xmlns:a16="http://schemas.microsoft.com/office/drawing/2014/main" id="{5FBA435B-C4A6-6CA8-7297-B8DCCD4D9A5F}"/>
              </a:ext>
            </a:extLst>
          </p:cNvPr>
          <p:cNvSpPr>
            <a:spLocks noGrp="1"/>
          </p:cNvSpPr>
          <p:nvPr>
            <p:ph idx="1"/>
          </p:nvPr>
        </p:nvSpPr>
        <p:spPr>
          <a:xfrm>
            <a:off x="1154954" y="2603500"/>
            <a:ext cx="9522878" cy="3416300"/>
          </a:xfrm>
        </p:spPr>
        <p:txBody>
          <a:bodyPr>
            <a:normAutofit/>
          </a:bodyPr>
          <a:lstStyle/>
          <a:p>
            <a:r>
              <a:rPr lang="en-US" sz="1600" dirty="0"/>
              <a:t>Sales fluctuate sharply month to month, indicating instability rather than a predictable growth pattern.</a:t>
            </a:r>
          </a:p>
          <a:p>
            <a:r>
              <a:rPr lang="en-US" sz="1600" dirty="0"/>
              <a:t>Large positive spikes, especially in July (+146%) and December (+141%), suggest strong seasonal or campaign-driven boosts.</a:t>
            </a:r>
          </a:p>
          <a:p>
            <a:r>
              <a:rPr lang="en-US" sz="1600" dirty="0"/>
              <a:t>Negative dips immediately after peak months show that these surges are not sustained, pointing to dependency on one-off events.</a:t>
            </a:r>
          </a:p>
          <a:p>
            <a:r>
              <a:rPr lang="en-US" sz="1600" dirty="0"/>
              <a:t>Early 2024 experiences significant declines, with February showing a steep –74%, signaling potential slowdown or absence of previous drivers.</a:t>
            </a:r>
          </a:p>
          <a:p>
            <a:r>
              <a:rPr lang="en-US" sz="1600" dirty="0"/>
              <a:t>Overall, the data reflects event-driven sales cycles rather than consistent organic growth, highlighting an opportunity to stabilize and smooth out monthly performance.</a:t>
            </a:r>
          </a:p>
        </p:txBody>
      </p:sp>
    </p:spTree>
    <p:extLst>
      <p:ext uri="{BB962C8B-B14F-4D97-AF65-F5344CB8AC3E}">
        <p14:creationId xmlns:p14="http://schemas.microsoft.com/office/powerpoint/2010/main" val="16316484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45A6BC-FFB4-DC02-F820-E694847635DE}"/>
              </a:ext>
            </a:extLst>
          </p:cNvPr>
          <p:cNvSpPr>
            <a:spLocks noGrp="1"/>
          </p:cNvSpPr>
          <p:nvPr>
            <p:ph type="title"/>
          </p:nvPr>
        </p:nvSpPr>
        <p:spPr>
          <a:xfrm>
            <a:off x="1154954" y="983501"/>
            <a:ext cx="10181640" cy="706964"/>
          </a:xfrm>
        </p:spPr>
        <p:txBody>
          <a:bodyPr/>
          <a:lstStyle/>
          <a:p>
            <a:r>
              <a:rPr lang="en-US" dirty="0"/>
              <a:t>Problem 6: Average Order Value Fluctuation</a:t>
            </a:r>
          </a:p>
        </p:txBody>
      </p:sp>
      <p:sp>
        <p:nvSpPr>
          <p:cNvPr id="6" name="Content Placeholder 5">
            <a:extLst>
              <a:ext uri="{FF2B5EF4-FFF2-40B4-BE49-F238E27FC236}">
                <a16:creationId xmlns:a16="http://schemas.microsoft.com/office/drawing/2014/main" id="{C4ED8083-9285-6753-8F2F-21A57BDAE0F6}"/>
              </a:ext>
            </a:extLst>
          </p:cNvPr>
          <p:cNvSpPr>
            <a:spLocks noGrp="1"/>
          </p:cNvSpPr>
          <p:nvPr>
            <p:ph idx="1"/>
          </p:nvPr>
        </p:nvSpPr>
        <p:spPr/>
        <p:txBody>
          <a:bodyPr/>
          <a:lstStyle/>
          <a:p>
            <a:r>
              <a:rPr lang="en-US" dirty="0"/>
              <a:t>Examine how the average order value changes month-on-month. Insights can guide pricing and promotional strategies to enhance order value.</a:t>
            </a:r>
          </a:p>
        </p:txBody>
      </p:sp>
    </p:spTree>
    <p:extLst>
      <p:ext uri="{BB962C8B-B14F-4D97-AF65-F5344CB8AC3E}">
        <p14:creationId xmlns:p14="http://schemas.microsoft.com/office/powerpoint/2010/main" val="22536221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0E13E-F894-FF91-626E-EE94EA60A9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BA972A-08ED-C075-625C-3735824E7FC4}"/>
              </a:ext>
            </a:extLst>
          </p:cNvPr>
          <p:cNvSpPr>
            <a:spLocks noGrp="1"/>
          </p:cNvSpPr>
          <p:nvPr>
            <p:ph type="title"/>
          </p:nvPr>
        </p:nvSpPr>
        <p:spPr/>
        <p:txBody>
          <a:bodyPr/>
          <a:lstStyle/>
          <a:p>
            <a:r>
              <a:rPr lang="en-US" dirty="0"/>
              <a:t>Solution:</a:t>
            </a:r>
          </a:p>
        </p:txBody>
      </p:sp>
      <p:pic>
        <p:nvPicPr>
          <p:cNvPr id="13" name="Content Placeholder 12">
            <a:extLst>
              <a:ext uri="{FF2B5EF4-FFF2-40B4-BE49-F238E27FC236}">
                <a16:creationId xmlns:a16="http://schemas.microsoft.com/office/drawing/2014/main" id="{6F64E79B-B521-28C1-BBB1-21FE3EA22673}"/>
              </a:ext>
            </a:extLst>
          </p:cNvPr>
          <p:cNvPicPr>
            <a:picLocks noGrp="1" noChangeAspect="1"/>
          </p:cNvPicPr>
          <p:nvPr>
            <p:ph sz="half" idx="2"/>
          </p:nvPr>
        </p:nvPicPr>
        <p:blipFill>
          <a:blip r:embed="rId2"/>
          <a:srcRect b="3207"/>
          <a:stretch>
            <a:fillRect/>
          </a:stretch>
        </p:blipFill>
        <p:spPr>
          <a:xfrm>
            <a:off x="6982391" y="2725516"/>
            <a:ext cx="3166952" cy="2967361"/>
          </a:xfrm>
          <a:prstGeom prst="rect">
            <a:avLst/>
          </a:prstGeom>
          <a:ln>
            <a:solidFill>
              <a:schemeClr val="accent1">
                <a:lumMod val="75000"/>
              </a:schemeClr>
            </a:solidFill>
          </a:ln>
        </p:spPr>
      </p:pic>
      <p:pic>
        <p:nvPicPr>
          <p:cNvPr id="11" name="Content Placeholder 10">
            <a:extLst>
              <a:ext uri="{FF2B5EF4-FFF2-40B4-BE49-F238E27FC236}">
                <a16:creationId xmlns:a16="http://schemas.microsoft.com/office/drawing/2014/main" id="{394565C6-3873-3062-0989-45689A3E8951}"/>
              </a:ext>
            </a:extLst>
          </p:cNvPr>
          <p:cNvPicPr>
            <a:picLocks noGrp="1" noChangeAspect="1"/>
          </p:cNvPicPr>
          <p:nvPr>
            <p:ph sz="half" idx="1"/>
          </p:nvPr>
        </p:nvPicPr>
        <p:blipFill>
          <a:blip r:embed="rId3"/>
          <a:stretch>
            <a:fillRect/>
          </a:stretch>
        </p:blipFill>
        <p:spPr>
          <a:xfrm>
            <a:off x="1020265" y="2725517"/>
            <a:ext cx="5510813" cy="2967360"/>
          </a:xfrm>
          <a:prstGeom prst="rect">
            <a:avLst/>
          </a:prstGeom>
          <a:ln>
            <a:solidFill>
              <a:schemeClr val="accent1">
                <a:lumMod val="75000"/>
              </a:schemeClr>
            </a:solidFill>
          </a:ln>
        </p:spPr>
      </p:pic>
    </p:spTree>
    <p:extLst>
      <p:ext uri="{BB962C8B-B14F-4D97-AF65-F5344CB8AC3E}">
        <p14:creationId xmlns:p14="http://schemas.microsoft.com/office/powerpoint/2010/main" val="6817749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D721-9DD3-15C6-0501-34A632C6AC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69C783-C8C3-83C5-2F69-0B17C28E07D8}"/>
              </a:ext>
            </a:extLst>
          </p:cNvPr>
          <p:cNvSpPr>
            <a:spLocks noGrp="1"/>
          </p:cNvSpPr>
          <p:nvPr>
            <p:ph type="title"/>
          </p:nvPr>
        </p:nvSpPr>
        <p:spPr/>
        <p:txBody>
          <a:bodyPr/>
          <a:lstStyle/>
          <a:p>
            <a:r>
              <a:rPr lang="en-US" dirty="0"/>
              <a:t>Insights Drawn: </a:t>
            </a:r>
          </a:p>
        </p:txBody>
      </p:sp>
      <p:sp>
        <p:nvSpPr>
          <p:cNvPr id="3" name="Content Placeholder 2">
            <a:extLst>
              <a:ext uri="{FF2B5EF4-FFF2-40B4-BE49-F238E27FC236}">
                <a16:creationId xmlns:a16="http://schemas.microsoft.com/office/drawing/2014/main" id="{FF2C9131-023B-96C8-77D0-B22E13AB4721}"/>
              </a:ext>
            </a:extLst>
          </p:cNvPr>
          <p:cNvSpPr>
            <a:spLocks noGrp="1"/>
          </p:cNvSpPr>
          <p:nvPr>
            <p:ph idx="1"/>
          </p:nvPr>
        </p:nvSpPr>
        <p:spPr>
          <a:xfrm>
            <a:off x="1154954" y="2603500"/>
            <a:ext cx="9552375" cy="3416300"/>
          </a:xfrm>
        </p:spPr>
        <p:txBody>
          <a:bodyPr>
            <a:normAutofit/>
          </a:bodyPr>
          <a:lstStyle/>
          <a:p>
            <a:r>
              <a:rPr lang="en-US" sz="1600" dirty="0"/>
              <a:t>AOV(Average Order Value) fluctuates significantly month to month, showing inconsistent customer spending behavior.</a:t>
            </a:r>
          </a:p>
          <a:p>
            <a:r>
              <a:rPr lang="en-US" sz="1600" dirty="0"/>
              <a:t>Strong increases in months like Dec 2023 and Apr–Jun 2023 suggest periods where customers are willing to spend more—likely due to effective promotions or seasonal demand.</a:t>
            </a:r>
          </a:p>
          <a:p>
            <a:r>
              <a:rPr lang="en-US" sz="1600" dirty="0"/>
              <a:t>The sharp declines in early 2024 highlight a drop in order value, indicating weakened buyer intent or reduced promotional impact.</a:t>
            </a:r>
          </a:p>
          <a:p>
            <a:r>
              <a:rPr lang="en-US" sz="1600" dirty="0"/>
              <a:t>Overall, the pattern shows a need to stabilize AOV through consistent pricing strategies, value-driven bundles, or targeted promotions to maintain higher spend levels.</a:t>
            </a:r>
          </a:p>
        </p:txBody>
      </p:sp>
    </p:spTree>
    <p:extLst>
      <p:ext uri="{BB962C8B-B14F-4D97-AF65-F5344CB8AC3E}">
        <p14:creationId xmlns:p14="http://schemas.microsoft.com/office/powerpoint/2010/main" val="23084614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9CC64-6647-0B49-59E7-93756A81A3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B79F56-B029-837A-C882-24A3F8CA22A4}"/>
              </a:ext>
            </a:extLst>
          </p:cNvPr>
          <p:cNvSpPr>
            <a:spLocks noGrp="1"/>
          </p:cNvSpPr>
          <p:nvPr>
            <p:ph type="title"/>
          </p:nvPr>
        </p:nvSpPr>
        <p:spPr/>
        <p:txBody>
          <a:bodyPr/>
          <a:lstStyle/>
          <a:p>
            <a:r>
              <a:rPr lang="en-US" dirty="0"/>
              <a:t>Problem 7: Inventory Refresh Rate</a:t>
            </a:r>
          </a:p>
        </p:txBody>
      </p:sp>
      <p:sp>
        <p:nvSpPr>
          <p:cNvPr id="3" name="Content Placeholder 2">
            <a:extLst>
              <a:ext uri="{FF2B5EF4-FFF2-40B4-BE49-F238E27FC236}">
                <a16:creationId xmlns:a16="http://schemas.microsoft.com/office/drawing/2014/main" id="{A6C5A2F7-0004-4531-5220-6F3963FA9747}"/>
              </a:ext>
            </a:extLst>
          </p:cNvPr>
          <p:cNvSpPr>
            <a:spLocks noGrp="1"/>
          </p:cNvSpPr>
          <p:nvPr>
            <p:ph idx="1"/>
          </p:nvPr>
        </p:nvSpPr>
        <p:spPr>
          <a:xfrm>
            <a:off x="1154954" y="2603500"/>
            <a:ext cx="9385227" cy="3416300"/>
          </a:xfrm>
        </p:spPr>
        <p:txBody>
          <a:bodyPr/>
          <a:lstStyle/>
          <a:p>
            <a:r>
              <a:rPr lang="en-US" dirty="0"/>
              <a:t>Based on sales data, identify products with the fastest turnover rates, suggesting high demand and the need for frequent restocking.</a:t>
            </a:r>
          </a:p>
        </p:txBody>
      </p:sp>
    </p:spTree>
    <p:extLst>
      <p:ext uri="{BB962C8B-B14F-4D97-AF65-F5344CB8AC3E}">
        <p14:creationId xmlns:p14="http://schemas.microsoft.com/office/powerpoint/2010/main" val="491316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1EEF5-E0CD-CB75-C63D-81B32A41C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0B55D3-997D-89D3-9299-E406A021B787}"/>
              </a:ext>
            </a:extLst>
          </p:cNvPr>
          <p:cNvSpPr>
            <a:spLocks noGrp="1"/>
          </p:cNvSpPr>
          <p:nvPr>
            <p:ph type="title"/>
          </p:nvPr>
        </p:nvSpPr>
        <p:spPr/>
        <p:txBody>
          <a:bodyPr/>
          <a:lstStyle/>
          <a:p>
            <a:r>
              <a:rPr lang="en-US" dirty="0"/>
              <a:t>Solution:</a:t>
            </a:r>
          </a:p>
        </p:txBody>
      </p:sp>
      <p:pic>
        <p:nvPicPr>
          <p:cNvPr id="5" name="Content Placeholder 4">
            <a:extLst>
              <a:ext uri="{FF2B5EF4-FFF2-40B4-BE49-F238E27FC236}">
                <a16:creationId xmlns:a16="http://schemas.microsoft.com/office/drawing/2014/main" id="{F0655530-CCDF-3134-81CB-7894107E08EA}"/>
              </a:ext>
            </a:extLst>
          </p:cNvPr>
          <p:cNvPicPr>
            <a:picLocks noGrp="1" noChangeAspect="1"/>
          </p:cNvPicPr>
          <p:nvPr>
            <p:ph idx="1"/>
          </p:nvPr>
        </p:nvPicPr>
        <p:blipFill>
          <a:blip r:embed="rId2"/>
          <a:stretch>
            <a:fillRect/>
          </a:stretch>
        </p:blipFill>
        <p:spPr>
          <a:xfrm>
            <a:off x="3714189" y="2603500"/>
            <a:ext cx="3876314" cy="3571436"/>
          </a:xfrm>
          <a:prstGeom prst="rect">
            <a:avLst/>
          </a:prstGeom>
          <a:ln>
            <a:solidFill>
              <a:schemeClr val="accent1">
                <a:lumMod val="75000"/>
              </a:schemeClr>
            </a:solidFill>
          </a:ln>
        </p:spPr>
      </p:pic>
    </p:spTree>
    <p:extLst>
      <p:ext uri="{BB962C8B-B14F-4D97-AF65-F5344CB8AC3E}">
        <p14:creationId xmlns:p14="http://schemas.microsoft.com/office/powerpoint/2010/main" val="14013732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8A6F6-9020-EECD-571E-C38FFA6A18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E1C2F8-3175-3D1C-E5FE-638203383EF1}"/>
              </a:ext>
            </a:extLst>
          </p:cNvPr>
          <p:cNvSpPr>
            <a:spLocks noGrp="1"/>
          </p:cNvSpPr>
          <p:nvPr>
            <p:ph type="title"/>
          </p:nvPr>
        </p:nvSpPr>
        <p:spPr/>
        <p:txBody>
          <a:bodyPr/>
          <a:lstStyle/>
          <a:p>
            <a:r>
              <a:rPr lang="en-US" dirty="0"/>
              <a:t>Insights Drawn: </a:t>
            </a:r>
          </a:p>
        </p:txBody>
      </p:sp>
      <p:sp>
        <p:nvSpPr>
          <p:cNvPr id="3" name="Content Placeholder 2">
            <a:extLst>
              <a:ext uri="{FF2B5EF4-FFF2-40B4-BE49-F238E27FC236}">
                <a16:creationId xmlns:a16="http://schemas.microsoft.com/office/drawing/2014/main" id="{301A6E1B-3361-CD0B-6141-23FB64624AEC}"/>
              </a:ext>
            </a:extLst>
          </p:cNvPr>
          <p:cNvSpPr>
            <a:spLocks noGrp="1"/>
          </p:cNvSpPr>
          <p:nvPr>
            <p:ph idx="1"/>
          </p:nvPr>
        </p:nvSpPr>
        <p:spPr>
          <a:xfrm>
            <a:off x="1154954" y="2603500"/>
            <a:ext cx="9670362" cy="3416300"/>
          </a:xfrm>
        </p:spPr>
        <p:txBody>
          <a:bodyPr>
            <a:normAutofit/>
          </a:bodyPr>
          <a:lstStyle/>
          <a:p>
            <a:r>
              <a:rPr lang="en-US" sz="1600" dirty="0"/>
              <a:t>The top-selling products (IDs 7, 3, 4, 2, 8) show significantly higher purchase frequency than others, signaling that customers consistently prefer these items.</a:t>
            </a:r>
          </a:p>
          <a:p>
            <a:r>
              <a:rPr lang="en-US" sz="1600" dirty="0"/>
              <a:t>Their fast turnover indicates high and steady demand, making them critical for inventory management.</a:t>
            </a:r>
          </a:p>
          <a:p>
            <a:r>
              <a:rPr lang="en-US" sz="1600" dirty="0"/>
              <a:t>These products should be restocked more frequently and potentially featured in promotions, as they represent the core drivers of repeat sales and revenue stability.</a:t>
            </a:r>
          </a:p>
        </p:txBody>
      </p:sp>
    </p:spTree>
    <p:extLst>
      <p:ext uri="{BB962C8B-B14F-4D97-AF65-F5344CB8AC3E}">
        <p14:creationId xmlns:p14="http://schemas.microsoft.com/office/powerpoint/2010/main" val="36795426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97593-214E-B17D-B86F-348D07CC5B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5B4E5-5CE6-5856-ABB4-CE6690DDCFC6}"/>
              </a:ext>
            </a:extLst>
          </p:cNvPr>
          <p:cNvSpPr>
            <a:spLocks noGrp="1"/>
          </p:cNvSpPr>
          <p:nvPr>
            <p:ph type="title"/>
          </p:nvPr>
        </p:nvSpPr>
        <p:spPr/>
        <p:txBody>
          <a:bodyPr/>
          <a:lstStyle/>
          <a:p>
            <a:r>
              <a:rPr lang="en-US" dirty="0"/>
              <a:t>Problem 8: Low Engagement Products</a:t>
            </a:r>
          </a:p>
        </p:txBody>
      </p:sp>
      <p:sp>
        <p:nvSpPr>
          <p:cNvPr id="3" name="Content Placeholder 2">
            <a:extLst>
              <a:ext uri="{FF2B5EF4-FFF2-40B4-BE49-F238E27FC236}">
                <a16:creationId xmlns:a16="http://schemas.microsoft.com/office/drawing/2014/main" id="{81942297-B61D-4850-F7C2-20ECCCC2B5C8}"/>
              </a:ext>
            </a:extLst>
          </p:cNvPr>
          <p:cNvSpPr>
            <a:spLocks noGrp="1"/>
          </p:cNvSpPr>
          <p:nvPr>
            <p:ph idx="1"/>
          </p:nvPr>
        </p:nvSpPr>
        <p:spPr/>
        <p:txBody>
          <a:bodyPr/>
          <a:lstStyle/>
          <a:p>
            <a:r>
              <a:rPr lang="en-US" dirty="0"/>
              <a:t>List products purchased by less than 40% of the customer base, indicating potential mismatches between inventory and customer interest.</a:t>
            </a:r>
          </a:p>
        </p:txBody>
      </p:sp>
    </p:spTree>
    <p:extLst>
      <p:ext uri="{BB962C8B-B14F-4D97-AF65-F5344CB8AC3E}">
        <p14:creationId xmlns:p14="http://schemas.microsoft.com/office/powerpoint/2010/main" val="31253332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3981D-CFAE-CEDF-C50F-513DC64812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22ABF0-4A51-F66F-F2EC-ACD94033CD15}"/>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BD3E84D3-C831-6AB1-2602-09A89983B5D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066148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99C7F-8A5F-52C0-329C-81BBC765E6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858730-8492-CEC0-93EA-911874C93E84}"/>
              </a:ext>
            </a:extLst>
          </p:cNvPr>
          <p:cNvSpPr>
            <a:spLocks noGrp="1"/>
          </p:cNvSpPr>
          <p:nvPr>
            <p:ph type="title"/>
          </p:nvPr>
        </p:nvSpPr>
        <p:spPr/>
        <p:txBody>
          <a:bodyPr/>
          <a:lstStyle/>
          <a:p>
            <a:r>
              <a:rPr lang="en-US" dirty="0"/>
              <a:t>Insights Drawn: </a:t>
            </a:r>
          </a:p>
        </p:txBody>
      </p:sp>
      <p:sp>
        <p:nvSpPr>
          <p:cNvPr id="3" name="Content Placeholder 2">
            <a:extLst>
              <a:ext uri="{FF2B5EF4-FFF2-40B4-BE49-F238E27FC236}">
                <a16:creationId xmlns:a16="http://schemas.microsoft.com/office/drawing/2014/main" id="{FCBA14C7-F11C-911B-3192-6D88D3B26E95}"/>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7607861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DAF83-EFBE-B884-E05F-A895AD52EE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0F6EF4-BA4A-4B81-32C9-7DB31F8D0895}"/>
              </a:ext>
            </a:extLst>
          </p:cNvPr>
          <p:cNvSpPr>
            <a:spLocks noGrp="1"/>
          </p:cNvSpPr>
          <p:nvPr>
            <p:ph type="title"/>
          </p:nvPr>
        </p:nvSpPr>
        <p:spPr/>
        <p:txBody>
          <a:bodyPr/>
          <a:lstStyle/>
          <a:p>
            <a:r>
              <a:rPr lang="en-US" dirty="0"/>
              <a:t>Problem 9: Customer Acquisition Cost</a:t>
            </a:r>
          </a:p>
        </p:txBody>
      </p:sp>
      <p:sp>
        <p:nvSpPr>
          <p:cNvPr id="3" name="Content Placeholder 2">
            <a:extLst>
              <a:ext uri="{FF2B5EF4-FFF2-40B4-BE49-F238E27FC236}">
                <a16:creationId xmlns:a16="http://schemas.microsoft.com/office/drawing/2014/main" id="{3E3DE896-73DA-E596-18A3-4513CC92E205}"/>
              </a:ext>
            </a:extLst>
          </p:cNvPr>
          <p:cNvSpPr>
            <a:spLocks noGrp="1"/>
          </p:cNvSpPr>
          <p:nvPr>
            <p:ph idx="1"/>
          </p:nvPr>
        </p:nvSpPr>
        <p:spPr/>
        <p:txBody>
          <a:bodyPr/>
          <a:lstStyle/>
          <a:p>
            <a:r>
              <a:rPr lang="en-US" dirty="0"/>
              <a:t>Evaluate the month-on-month growth rate in the customer base to understand the effectiveness of marketing campaigns and market expansion efforts.</a:t>
            </a:r>
          </a:p>
        </p:txBody>
      </p:sp>
    </p:spTree>
    <p:extLst>
      <p:ext uri="{BB962C8B-B14F-4D97-AF65-F5344CB8AC3E}">
        <p14:creationId xmlns:p14="http://schemas.microsoft.com/office/powerpoint/2010/main" val="4608963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14AB6-4327-A50B-386C-BE99CC6AC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715210-9748-F0CF-9569-DD053734F211}"/>
              </a:ext>
            </a:extLst>
          </p:cNvPr>
          <p:cNvSpPr>
            <a:spLocks noGrp="1"/>
          </p:cNvSpPr>
          <p:nvPr>
            <p:ph type="title"/>
          </p:nvPr>
        </p:nvSpPr>
        <p:spPr/>
        <p:txBody>
          <a:bodyPr/>
          <a:lstStyle/>
          <a:p>
            <a:r>
              <a:rPr lang="en-US" dirty="0"/>
              <a:t>Solution:</a:t>
            </a:r>
          </a:p>
        </p:txBody>
      </p:sp>
      <p:sp>
        <p:nvSpPr>
          <p:cNvPr id="4" name="Content Placeholder 3">
            <a:extLst>
              <a:ext uri="{FF2B5EF4-FFF2-40B4-BE49-F238E27FC236}">
                <a16:creationId xmlns:a16="http://schemas.microsoft.com/office/drawing/2014/main" id="{AC88DA2E-161E-BB68-7105-CBF49C2F8655}"/>
              </a:ext>
            </a:extLst>
          </p:cNvPr>
          <p:cNvSpPr>
            <a:spLocks noGrp="1"/>
          </p:cNvSpPr>
          <p:nvPr>
            <p:ph sz="half" idx="1"/>
          </p:nvPr>
        </p:nvSpPr>
        <p:spPr/>
        <p:txBody>
          <a:bodyPr/>
          <a:lstStyle/>
          <a:p>
            <a:endParaRPr lang="en-US" dirty="0"/>
          </a:p>
        </p:txBody>
      </p:sp>
      <p:sp>
        <p:nvSpPr>
          <p:cNvPr id="6" name="Content Placeholder 5">
            <a:extLst>
              <a:ext uri="{FF2B5EF4-FFF2-40B4-BE49-F238E27FC236}">
                <a16:creationId xmlns:a16="http://schemas.microsoft.com/office/drawing/2014/main" id="{D3A4D20A-1F98-C8B8-C55B-32601E4DB0F1}"/>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22557968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E4874-3921-8661-56F0-FD404FC7C4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B4D227-E4BE-C65F-9EA8-9779C4A19F22}"/>
              </a:ext>
            </a:extLst>
          </p:cNvPr>
          <p:cNvSpPr>
            <a:spLocks noGrp="1"/>
          </p:cNvSpPr>
          <p:nvPr>
            <p:ph type="title"/>
          </p:nvPr>
        </p:nvSpPr>
        <p:spPr/>
        <p:txBody>
          <a:bodyPr/>
          <a:lstStyle/>
          <a:p>
            <a:r>
              <a:rPr lang="en-US" dirty="0"/>
              <a:t>Insights Drawn: </a:t>
            </a:r>
          </a:p>
        </p:txBody>
      </p:sp>
      <p:sp>
        <p:nvSpPr>
          <p:cNvPr id="3" name="Content Placeholder 2">
            <a:extLst>
              <a:ext uri="{FF2B5EF4-FFF2-40B4-BE49-F238E27FC236}">
                <a16:creationId xmlns:a16="http://schemas.microsoft.com/office/drawing/2014/main" id="{8E474FD0-9CA1-2106-2783-AAACA033F04B}"/>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4755386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FB8C7-7890-74FB-C48F-14E7580B95C4}"/>
              </a:ext>
            </a:extLst>
          </p:cNvPr>
          <p:cNvSpPr>
            <a:spLocks noGrp="1"/>
          </p:cNvSpPr>
          <p:nvPr>
            <p:ph type="title"/>
          </p:nvPr>
        </p:nvSpPr>
        <p:spPr>
          <a:xfrm>
            <a:off x="1154954" y="973668"/>
            <a:ext cx="9837511" cy="706964"/>
          </a:xfrm>
        </p:spPr>
        <p:txBody>
          <a:bodyPr/>
          <a:lstStyle/>
          <a:p>
            <a:r>
              <a:rPr lang="en-US" dirty="0"/>
              <a:t>Problem 10: Peak Sales Period Identification</a:t>
            </a:r>
          </a:p>
        </p:txBody>
      </p:sp>
      <p:sp>
        <p:nvSpPr>
          <p:cNvPr id="3" name="Content Placeholder 2">
            <a:extLst>
              <a:ext uri="{FF2B5EF4-FFF2-40B4-BE49-F238E27FC236}">
                <a16:creationId xmlns:a16="http://schemas.microsoft.com/office/drawing/2014/main" id="{61A60A50-98A1-3BDE-5E83-C8AB0B4EC649}"/>
              </a:ext>
            </a:extLst>
          </p:cNvPr>
          <p:cNvSpPr>
            <a:spLocks noGrp="1"/>
          </p:cNvSpPr>
          <p:nvPr>
            <p:ph idx="1"/>
          </p:nvPr>
        </p:nvSpPr>
        <p:spPr/>
        <p:txBody>
          <a:bodyPr/>
          <a:lstStyle/>
          <a:p>
            <a:r>
              <a:rPr lang="en-US" dirty="0"/>
              <a:t>Identify the months with the highest sales volume, aiding in planning for stock levels, marketing efforts, and staffing in anticipation of peak demand periods.</a:t>
            </a:r>
          </a:p>
        </p:txBody>
      </p:sp>
    </p:spTree>
    <p:extLst>
      <p:ext uri="{BB962C8B-B14F-4D97-AF65-F5344CB8AC3E}">
        <p14:creationId xmlns:p14="http://schemas.microsoft.com/office/powerpoint/2010/main" val="29854073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70423-97EF-39D0-4135-F3B99E3646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E6A73D-FC5B-DC72-3DFC-EB74A94032CC}"/>
              </a:ext>
            </a:extLst>
          </p:cNvPr>
          <p:cNvSpPr>
            <a:spLocks noGrp="1"/>
          </p:cNvSpPr>
          <p:nvPr>
            <p:ph type="title"/>
          </p:nvPr>
        </p:nvSpPr>
        <p:spPr/>
        <p:txBody>
          <a:bodyPr/>
          <a:lstStyle/>
          <a:p>
            <a:r>
              <a:rPr lang="en-US" dirty="0"/>
              <a:t>Solution:</a:t>
            </a:r>
          </a:p>
        </p:txBody>
      </p:sp>
      <p:pic>
        <p:nvPicPr>
          <p:cNvPr id="5" name="Content Placeholder 4">
            <a:extLst>
              <a:ext uri="{FF2B5EF4-FFF2-40B4-BE49-F238E27FC236}">
                <a16:creationId xmlns:a16="http://schemas.microsoft.com/office/drawing/2014/main" id="{FD42B8B9-F0AB-F863-A846-702E0005AE82}"/>
              </a:ext>
            </a:extLst>
          </p:cNvPr>
          <p:cNvPicPr>
            <a:picLocks noGrp="1" noChangeAspect="1"/>
          </p:cNvPicPr>
          <p:nvPr>
            <p:ph idx="1"/>
          </p:nvPr>
        </p:nvPicPr>
        <p:blipFill>
          <a:blip r:embed="rId2"/>
          <a:stretch>
            <a:fillRect/>
          </a:stretch>
        </p:blipFill>
        <p:spPr>
          <a:xfrm>
            <a:off x="3134179" y="2711226"/>
            <a:ext cx="4867954" cy="3200847"/>
          </a:xfrm>
          <a:prstGeom prst="rect">
            <a:avLst/>
          </a:prstGeom>
          <a:ln>
            <a:solidFill>
              <a:schemeClr val="accent1">
                <a:lumMod val="75000"/>
              </a:schemeClr>
            </a:solidFill>
          </a:ln>
        </p:spPr>
      </p:pic>
    </p:spTree>
    <p:extLst>
      <p:ext uri="{BB962C8B-B14F-4D97-AF65-F5344CB8AC3E}">
        <p14:creationId xmlns:p14="http://schemas.microsoft.com/office/powerpoint/2010/main" val="10456323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A9136-F368-8E86-A552-1E2B2BA2F6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DAC91B-9D73-C8D1-ECEE-7F07385E7BDE}"/>
              </a:ext>
            </a:extLst>
          </p:cNvPr>
          <p:cNvSpPr>
            <a:spLocks noGrp="1"/>
          </p:cNvSpPr>
          <p:nvPr>
            <p:ph type="title"/>
          </p:nvPr>
        </p:nvSpPr>
        <p:spPr/>
        <p:txBody>
          <a:bodyPr/>
          <a:lstStyle/>
          <a:p>
            <a:r>
              <a:rPr lang="en-US" dirty="0"/>
              <a:t>Insights Drawn: </a:t>
            </a:r>
          </a:p>
        </p:txBody>
      </p:sp>
      <p:sp>
        <p:nvSpPr>
          <p:cNvPr id="3" name="Content Placeholder 2">
            <a:extLst>
              <a:ext uri="{FF2B5EF4-FFF2-40B4-BE49-F238E27FC236}">
                <a16:creationId xmlns:a16="http://schemas.microsoft.com/office/drawing/2014/main" id="{B5CBF0BF-43C5-E1B7-EE6D-334112AD4F3D}"/>
              </a:ext>
            </a:extLst>
          </p:cNvPr>
          <p:cNvSpPr>
            <a:spLocks noGrp="1"/>
          </p:cNvSpPr>
          <p:nvPr>
            <p:ph idx="1"/>
          </p:nvPr>
        </p:nvSpPr>
        <p:spPr>
          <a:xfrm>
            <a:off x="1154954" y="2603500"/>
            <a:ext cx="9336065" cy="3416300"/>
          </a:xfrm>
        </p:spPr>
        <p:txBody>
          <a:bodyPr>
            <a:normAutofit/>
          </a:bodyPr>
          <a:lstStyle/>
          <a:p>
            <a:r>
              <a:rPr lang="en-US" sz="1600" dirty="0"/>
              <a:t>The top sales months—September 2023, December 2023, and July 2023—show distinct peaks in demand, indicating strong seasonal or event-driven spikes.</a:t>
            </a:r>
          </a:p>
          <a:p>
            <a:r>
              <a:rPr lang="en-US" sz="1600" dirty="0"/>
              <a:t>These months should be prioritized for higher inventory levels, stronger marketing pushes, and increased staffing, as they consistently generate the largest sales volumes.</a:t>
            </a:r>
          </a:p>
          <a:p>
            <a:r>
              <a:rPr lang="en-US" sz="1600" dirty="0"/>
              <a:t>Understanding these peak periods helps ensure the business is fully prepared to capitalize on high-demand cycles.</a:t>
            </a:r>
          </a:p>
        </p:txBody>
      </p:sp>
    </p:spTree>
    <p:extLst>
      <p:ext uri="{BB962C8B-B14F-4D97-AF65-F5344CB8AC3E}">
        <p14:creationId xmlns:p14="http://schemas.microsoft.com/office/powerpoint/2010/main" val="38109232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D27E7-3DD4-73A4-D4DE-0F961A010428}"/>
              </a:ext>
            </a:extLst>
          </p:cNvPr>
          <p:cNvSpPr>
            <a:spLocks noGrp="1"/>
          </p:cNvSpPr>
          <p:nvPr>
            <p:ph type="ctrTitle"/>
          </p:nvPr>
        </p:nvSpPr>
        <p:spPr>
          <a:xfrm>
            <a:off x="1204116" y="2703871"/>
            <a:ext cx="8825658" cy="1149278"/>
          </a:xfrm>
        </p:spPr>
        <p:txBody>
          <a:bodyPr/>
          <a:lstStyle/>
          <a:p>
            <a:r>
              <a:rPr lang="en-US" dirty="0"/>
              <a:t>THANK YOU!</a:t>
            </a:r>
          </a:p>
        </p:txBody>
      </p:sp>
      <p:sp>
        <p:nvSpPr>
          <p:cNvPr id="4" name="TextBox 3">
            <a:extLst>
              <a:ext uri="{FF2B5EF4-FFF2-40B4-BE49-F238E27FC236}">
                <a16:creationId xmlns:a16="http://schemas.microsoft.com/office/drawing/2014/main" id="{2D03F8AF-F17B-C6B2-428D-11DC45A549A6}"/>
              </a:ext>
            </a:extLst>
          </p:cNvPr>
          <p:cNvSpPr txBox="1"/>
          <p:nvPr/>
        </p:nvSpPr>
        <p:spPr>
          <a:xfrm>
            <a:off x="1204116" y="4100052"/>
            <a:ext cx="8957187" cy="984885"/>
          </a:xfrm>
          <a:prstGeom prst="rect">
            <a:avLst/>
          </a:prstGeom>
          <a:noFill/>
        </p:spPr>
        <p:txBody>
          <a:bodyPr wrap="square" rtlCol="0">
            <a:spAutoFit/>
          </a:bodyPr>
          <a:lstStyle/>
          <a:p>
            <a:pPr>
              <a:spcAft>
                <a:spcPts val="600"/>
              </a:spcAft>
            </a:pPr>
            <a:r>
              <a:rPr lang="it-IT" sz="1600" dirty="0">
                <a:solidFill>
                  <a:schemeClr val="bg1"/>
                </a:solidFill>
              </a:rPr>
              <a:t>ANKITA DUTTA </a:t>
            </a:r>
          </a:p>
          <a:p>
            <a:pPr>
              <a:spcAft>
                <a:spcPts val="600"/>
              </a:spcAft>
            </a:pPr>
            <a:r>
              <a:rPr lang="it-IT" sz="1600" dirty="0">
                <a:solidFill>
                  <a:schemeClr val="bg1"/>
                </a:solidFill>
              </a:rPr>
              <a:t>Email ID: duttankita.17@gmail.com </a:t>
            </a:r>
          </a:p>
          <a:p>
            <a:pPr>
              <a:spcAft>
                <a:spcPts val="600"/>
              </a:spcAft>
            </a:pPr>
            <a:r>
              <a:rPr lang="it-IT" sz="1600" dirty="0">
                <a:solidFill>
                  <a:schemeClr val="bg1"/>
                </a:solidFill>
              </a:rPr>
              <a:t>Mobile No.: 8013691874</a:t>
            </a:r>
            <a:endParaRPr lang="en-US" sz="1600" dirty="0">
              <a:solidFill>
                <a:schemeClr val="bg1"/>
              </a:solidFill>
            </a:endParaRPr>
          </a:p>
        </p:txBody>
      </p:sp>
    </p:spTree>
    <p:extLst>
      <p:ext uri="{BB962C8B-B14F-4D97-AF65-F5344CB8AC3E}">
        <p14:creationId xmlns:p14="http://schemas.microsoft.com/office/powerpoint/2010/main" val="34813802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809</TotalTime>
  <Words>1220</Words>
  <Application>Microsoft Office PowerPoint</Application>
  <PresentationFormat>Widescreen</PresentationFormat>
  <Paragraphs>88</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Century Gothic</vt:lpstr>
      <vt:lpstr>Wingdings 3</vt:lpstr>
      <vt:lpstr>Ion Boardroom</vt:lpstr>
      <vt:lpstr>E-COMMERCE COMPANY CASE STUDY</vt:lpstr>
      <vt:lpstr>Project Overview</vt:lpstr>
      <vt:lpstr>Problem 1: Market Segmentation Analysis</vt:lpstr>
      <vt:lpstr>Solution:</vt:lpstr>
      <vt:lpstr>Insights Drawn: </vt:lpstr>
      <vt:lpstr>Problem 2: Engagement Depth Analysis</vt:lpstr>
      <vt:lpstr>Solution:</vt:lpstr>
      <vt:lpstr>Solution:</vt:lpstr>
      <vt:lpstr>Insights Drawn: </vt:lpstr>
      <vt:lpstr>Problem 3: Purchase High-Value Products</vt:lpstr>
      <vt:lpstr>Solution: </vt:lpstr>
      <vt:lpstr>Insights Drawn: </vt:lpstr>
      <vt:lpstr>Problem 4: Category-Wise Customer Reach</vt:lpstr>
      <vt:lpstr>Solution: </vt:lpstr>
      <vt:lpstr>Insights Drawn: </vt:lpstr>
      <vt:lpstr>Problem 5: Sales Trend Analysis</vt:lpstr>
      <vt:lpstr>Solution:</vt:lpstr>
      <vt:lpstr>Insights Drawn: </vt:lpstr>
      <vt:lpstr>Problem 6: Average Order Value Fluctuation</vt:lpstr>
      <vt:lpstr>Solution:</vt:lpstr>
      <vt:lpstr>Insights Drawn: </vt:lpstr>
      <vt:lpstr>Problem 7: Inventory Refresh Rate</vt:lpstr>
      <vt:lpstr>Solution:</vt:lpstr>
      <vt:lpstr>Insights Drawn: </vt:lpstr>
      <vt:lpstr>Problem 8: Low Engagement Products</vt:lpstr>
      <vt:lpstr>Solution:</vt:lpstr>
      <vt:lpstr>Insights Drawn: </vt:lpstr>
      <vt:lpstr>Problem 9: Customer Acquisition Cost</vt:lpstr>
      <vt:lpstr>Solution:</vt:lpstr>
      <vt:lpstr>Insights Drawn: </vt:lpstr>
      <vt:lpstr>Problem 10: Peak Sales Period Identification</vt:lpstr>
      <vt:lpstr>Solution:</vt:lpstr>
      <vt:lpstr>Insights Drawn: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Ankita Dutta</dc:creator>
  <cp:lastModifiedBy>Ankita Dutta</cp:lastModifiedBy>
  <cp:revision>1</cp:revision>
  <dcterms:created xsi:type="dcterms:W3CDTF">2025-11-21T06:31:55Z</dcterms:created>
  <dcterms:modified xsi:type="dcterms:W3CDTF">2025-12-06T13:42:39Z</dcterms:modified>
</cp:coreProperties>
</file>